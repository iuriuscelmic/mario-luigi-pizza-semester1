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1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ink/ink1.xml" ContentType="application/inkml+xml"/>
  <Override PartName="/ppt/ink/ink2.xml" ContentType="application/inkml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73" r:id="rId1"/>
  </p:sldMasterIdLst>
  <p:notesMasterIdLst>
    <p:notesMasterId r:id="rId15"/>
  </p:notesMasterIdLst>
  <p:sldIdLst>
    <p:sldId id="256" r:id="rId2"/>
    <p:sldId id="269" r:id="rId3"/>
    <p:sldId id="257" r:id="rId4"/>
    <p:sldId id="268" r:id="rId5"/>
    <p:sldId id="260" r:id="rId6"/>
    <p:sldId id="258" r:id="rId7"/>
    <p:sldId id="259" r:id="rId8"/>
    <p:sldId id="261" r:id="rId9"/>
    <p:sldId id="262" r:id="rId10"/>
    <p:sldId id="263" r:id="rId11"/>
    <p:sldId id="266" r:id="rId12"/>
    <p:sldId id="267" r:id="rId13"/>
    <p:sldId id="265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CC99"/>
    <a:srgbClr val="FF4B4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3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diagrams/_rels/data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sv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image" Target="../media/image4.svg"/><Relationship Id="rId1" Type="http://schemas.openxmlformats.org/officeDocument/2006/relationships/image" Target="../media/image3.png"/><Relationship Id="rId6" Type="http://schemas.openxmlformats.org/officeDocument/2006/relationships/image" Target="../media/image8.svg"/><Relationship Id="rId5" Type="http://schemas.openxmlformats.org/officeDocument/2006/relationships/image" Target="../media/image7.png"/><Relationship Id="rId4" Type="http://schemas.openxmlformats.org/officeDocument/2006/relationships/image" Target="../media/image6.svg"/></Relationships>
</file>

<file path=ppt/diagrams/_rels/data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svg"/><Relationship Id="rId3" Type="http://schemas.openxmlformats.org/officeDocument/2006/relationships/image" Target="../media/image16.png"/><Relationship Id="rId7" Type="http://schemas.openxmlformats.org/officeDocument/2006/relationships/image" Target="../media/image20.png"/><Relationship Id="rId12" Type="http://schemas.openxmlformats.org/officeDocument/2006/relationships/image" Target="../media/image25.svg"/><Relationship Id="rId2" Type="http://schemas.openxmlformats.org/officeDocument/2006/relationships/image" Target="../media/image15.svg"/><Relationship Id="rId1" Type="http://schemas.openxmlformats.org/officeDocument/2006/relationships/image" Target="../media/image14.png"/><Relationship Id="rId6" Type="http://schemas.openxmlformats.org/officeDocument/2006/relationships/image" Target="../media/image19.svg"/><Relationship Id="rId11" Type="http://schemas.openxmlformats.org/officeDocument/2006/relationships/image" Target="../media/image24.png"/><Relationship Id="rId5" Type="http://schemas.openxmlformats.org/officeDocument/2006/relationships/image" Target="../media/image18.png"/><Relationship Id="rId10" Type="http://schemas.openxmlformats.org/officeDocument/2006/relationships/image" Target="../media/image23.svg"/><Relationship Id="rId4" Type="http://schemas.openxmlformats.org/officeDocument/2006/relationships/image" Target="../media/image17.svg"/><Relationship Id="rId9" Type="http://schemas.openxmlformats.org/officeDocument/2006/relationships/image" Target="../media/image22.png"/></Relationships>
</file>

<file path=ppt/diagrams/_rels/drawing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sv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image" Target="../media/image4.svg"/><Relationship Id="rId1" Type="http://schemas.openxmlformats.org/officeDocument/2006/relationships/image" Target="../media/image3.png"/><Relationship Id="rId6" Type="http://schemas.openxmlformats.org/officeDocument/2006/relationships/image" Target="../media/image8.svg"/><Relationship Id="rId5" Type="http://schemas.openxmlformats.org/officeDocument/2006/relationships/image" Target="../media/image7.png"/><Relationship Id="rId4" Type="http://schemas.openxmlformats.org/officeDocument/2006/relationships/image" Target="../media/image6.svg"/></Relationships>
</file>

<file path=ppt/diagrams/_rels/drawing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svg"/><Relationship Id="rId3" Type="http://schemas.openxmlformats.org/officeDocument/2006/relationships/image" Target="../media/image16.png"/><Relationship Id="rId7" Type="http://schemas.openxmlformats.org/officeDocument/2006/relationships/image" Target="../media/image20.png"/><Relationship Id="rId12" Type="http://schemas.openxmlformats.org/officeDocument/2006/relationships/image" Target="../media/image25.svg"/><Relationship Id="rId2" Type="http://schemas.openxmlformats.org/officeDocument/2006/relationships/image" Target="../media/image15.svg"/><Relationship Id="rId1" Type="http://schemas.openxmlformats.org/officeDocument/2006/relationships/image" Target="../media/image14.png"/><Relationship Id="rId6" Type="http://schemas.openxmlformats.org/officeDocument/2006/relationships/image" Target="../media/image19.svg"/><Relationship Id="rId11" Type="http://schemas.openxmlformats.org/officeDocument/2006/relationships/image" Target="../media/image24.png"/><Relationship Id="rId5" Type="http://schemas.openxmlformats.org/officeDocument/2006/relationships/image" Target="../media/image18.png"/><Relationship Id="rId10" Type="http://schemas.openxmlformats.org/officeDocument/2006/relationships/image" Target="../media/image23.svg"/><Relationship Id="rId4" Type="http://schemas.openxmlformats.org/officeDocument/2006/relationships/image" Target="../media/image17.svg"/><Relationship Id="rId9" Type="http://schemas.openxmlformats.org/officeDocument/2006/relationships/image" Target="../media/image22.pn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F13FB955-62FD-457B-9746-24201A596506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5" csCatId="colorful" phldr="1"/>
      <dgm:spPr/>
      <dgm:t>
        <a:bodyPr/>
        <a:lstStyle/>
        <a:p>
          <a:endParaRPr lang="en-US"/>
        </a:p>
      </dgm:t>
    </dgm:pt>
    <dgm:pt modelId="{9B31E120-3B63-4651-92D4-9B6C6D05385C}">
      <dgm:prSet/>
      <dgm:spPr/>
      <dgm:t>
        <a:bodyPr/>
        <a:lstStyle/>
        <a:p>
          <a:r>
            <a:rPr lang="en-US"/>
            <a:t>Why our product</a:t>
          </a:r>
        </a:p>
      </dgm:t>
    </dgm:pt>
    <dgm:pt modelId="{A8D93801-A46E-4487-8294-7B19CC8C2C3E}" type="parTrans" cxnId="{4C5AFF9E-490D-4845-B39E-301A0751067E}">
      <dgm:prSet/>
      <dgm:spPr/>
      <dgm:t>
        <a:bodyPr/>
        <a:lstStyle/>
        <a:p>
          <a:endParaRPr lang="en-US"/>
        </a:p>
      </dgm:t>
    </dgm:pt>
    <dgm:pt modelId="{CC2688AF-4168-474C-ABFC-C62138B30C09}" type="sibTrans" cxnId="{4C5AFF9E-490D-4845-B39E-301A0751067E}">
      <dgm:prSet/>
      <dgm:spPr/>
      <dgm:t>
        <a:bodyPr/>
        <a:lstStyle/>
        <a:p>
          <a:endParaRPr lang="en-US"/>
        </a:p>
      </dgm:t>
    </dgm:pt>
    <dgm:pt modelId="{22EA090A-A769-4F80-8988-2BE452BD0B7A}">
      <dgm:prSet/>
      <dgm:spPr/>
      <dgm:t>
        <a:bodyPr/>
        <a:lstStyle/>
        <a:p>
          <a:r>
            <a:rPr lang="en-US"/>
            <a:t>Demo</a:t>
          </a:r>
        </a:p>
      </dgm:t>
    </dgm:pt>
    <dgm:pt modelId="{0A6D5471-0CD5-4BCE-87AC-92CBDE36F249}" type="parTrans" cxnId="{700C1A55-84B9-467B-AFBE-787949B22734}">
      <dgm:prSet/>
      <dgm:spPr/>
      <dgm:t>
        <a:bodyPr/>
        <a:lstStyle/>
        <a:p>
          <a:endParaRPr lang="en-US"/>
        </a:p>
      </dgm:t>
    </dgm:pt>
    <dgm:pt modelId="{6BAEA15B-148B-4DF3-BE81-7AB80EF76265}" type="sibTrans" cxnId="{700C1A55-84B9-467B-AFBE-787949B22734}">
      <dgm:prSet/>
      <dgm:spPr/>
      <dgm:t>
        <a:bodyPr/>
        <a:lstStyle/>
        <a:p>
          <a:endParaRPr lang="en-US"/>
        </a:p>
      </dgm:t>
    </dgm:pt>
    <dgm:pt modelId="{53E7D76B-0D60-4AF8-9B6C-49FB4A1913F0}">
      <dgm:prSet/>
      <dgm:spPr/>
      <dgm:t>
        <a:bodyPr/>
        <a:lstStyle/>
        <a:p>
          <a:r>
            <a:rPr lang="en-US"/>
            <a:t>Group reflection</a:t>
          </a:r>
        </a:p>
      </dgm:t>
    </dgm:pt>
    <dgm:pt modelId="{E686CF7D-310F-4223-991E-A970D31607B6}" type="parTrans" cxnId="{47F07011-3DFA-41B1-B7E6-8E2C6424C750}">
      <dgm:prSet/>
      <dgm:spPr/>
      <dgm:t>
        <a:bodyPr/>
        <a:lstStyle/>
        <a:p>
          <a:endParaRPr lang="en-US"/>
        </a:p>
      </dgm:t>
    </dgm:pt>
    <dgm:pt modelId="{C7907B20-36CA-45C5-9C2E-35F36147BF64}" type="sibTrans" cxnId="{47F07011-3DFA-41B1-B7E6-8E2C6424C750}">
      <dgm:prSet/>
      <dgm:spPr/>
      <dgm:t>
        <a:bodyPr/>
        <a:lstStyle/>
        <a:p>
          <a:endParaRPr lang="en-US"/>
        </a:p>
      </dgm:t>
    </dgm:pt>
    <dgm:pt modelId="{7DA27246-6ABC-4ED3-B716-CC42B43A21E3}">
      <dgm:prSet/>
      <dgm:spPr/>
      <dgm:t>
        <a:bodyPr/>
        <a:lstStyle/>
        <a:p>
          <a:r>
            <a:rPr lang="en-US" dirty="0"/>
            <a:t>Individual reflection</a:t>
          </a:r>
        </a:p>
      </dgm:t>
    </dgm:pt>
    <dgm:pt modelId="{8BD9F484-1905-4D3C-82A0-F499C25C942B}" type="parTrans" cxnId="{07192A10-42D3-48BF-88E4-67E9DD2A447A}">
      <dgm:prSet/>
      <dgm:spPr/>
      <dgm:t>
        <a:bodyPr/>
        <a:lstStyle/>
        <a:p>
          <a:endParaRPr lang="en-US"/>
        </a:p>
      </dgm:t>
    </dgm:pt>
    <dgm:pt modelId="{FBE46F9D-53F0-45C8-8794-A4D4673F68AB}" type="sibTrans" cxnId="{07192A10-42D3-48BF-88E4-67E9DD2A447A}">
      <dgm:prSet/>
      <dgm:spPr/>
      <dgm:t>
        <a:bodyPr/>
        <a:lstStyle/>
        <a:p>
          <a:endParaRPr lang="en-US"/>
        </a:p>
      </dgm:t>
    </dgm:pt>
    <dgm:pt modelId="{2A5075F1-5B82-4055-A47C-469FC6E56A18}" type="pres">
      <dgm:prSet presAssocID="{F13FB955-62FD-457B-9746-24201A596506}" presName="root" presStyleCnt="0">
        <dgm:presLayoutVars>
          <dgm:dir/>
          <dgm:resizeHandles val="exact"/>
        </dgm:presLayoutVars>
      </dgm:prSet>
      <dgm:spPr/>
    </dgm:pt>
    <dgm:pt modelId="{7925D93C-358E-44F1-B207-FC8794A796A9}" type="pres">
      <dgm:prSet presAssocID="{9B31E120-3B63-4651-92D4-9B6C6D05385C}" presName="compNode" presStyleCnt="0"/>
      <dgm:spPr/>
    </dgm:pt>
    <dgm:pt modelId="{35FDAC51-A147-444A-AE0C-1B54254FC235}" type="pres">
      <dgm:prSet presAssocID="{9B31E120-3B63-4651-92D4-9B6C6D05385C}" presName="bgRect" presStyleLbl="bgShp" presStyleIdx="0" presStyleCnt="4"/>
      <dgm:spPr/>
    </dgm:pt>
    <dgm:pt modelId="{46FDCEFD-A52F-4238-A633-ABECD4766C6D}" type="pres">
      <dgm:prSet presAssocID="{9B31E120-3B63-4651-92D4-9B6C6D05385C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Head with Gears"/>
        </a:ext>
      </dgm:extLst>
    </dgm:pt>
    <dgm:pt modelId="{ACF93135-A346-42F6-851B-DAAB7CB61A35}" type="pres">
      <dgm:prSet presAssocID="{9B31E120-3B63-4651-92D4-9B6C6D05385C}" presName="spaceRect" presStyleCnt="0"/>
      <dgm:spPr/>
    </dgm:pt>
    <dgm:pt modelId="{099D259F-CCBC-422F-AC8E-DA40378F29F3}" type="pres">
      <dgm:prSet presAssocID="{9B31E120-3B63-4651-92D4-9B6C6D05385C}" presName="parTx" presStyleLbl="revTx" presStyleIdx="0" presStyleCnt="4">
        <dgm:presLayoutVars>
          <dgm:chMax val="0"/>
          <dgm:chPref val="0"/>
        </dgm:presLayoutVars>
      </dgm:prSet>
      <dgm:spPr/>
    </dgm:pt>
    <dgm:pt modelId="{99FFFBDC-7950-49A7-A347-B88CCF5065AB}" type="pres">
      <dgm:prSet presAssocID="{CC2688AF-4168-474C-ABFC-C62138B30C09}" presName="sibTrans" presStyleCnt="0"/>
      <dgm:spPr/>
    </dgm:pt>
    <dgm:pt modelId="{BD41FCD0-BCCE-4773-8DFB-F676B94F5468}" type="pres">
      <dgm:prSet presAssocID="{22EA090A-A769-4F80-8988-2BE452BD0B7A}" presName="compNode" presStyleCnt="0"/>
      <dgm:spPr/>
    </dgm:pt>
    <dgm:pt modelId="{3EF11159-4B20-4421-8F1E-4AEA8AA37D20}" type="pres">
      <dgm:prSet presAssocID="{22EA090A-A769-4F80-8988-2BE452BD0B7A}" presName="bgRect" presStyleLbl="bgShp" presStyleIdx="1" presStyleCnt="4"/>
      <dgm:spPr/>
    </dgm:pt>
    <dgm:pt modelId="{D234EEE4-9E87-4CBE-8FC4-AC193E53A4CE}" type="pres">
      <dgm:prSet presAssocID="{22EA090A-A769-4F80-8988-2BE452BD0B7A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lay"/>
        </a:ext>
      </dgm:extLst>
    </dgm:pt>
    <dgm:pt modelId="{26CBF136-AF87-42ED-B321-60C7E4DD0C6E}" type="pres">
      <dgm:prSet presAssocID="{22EA090A-A769-4F80-8988-2BE452BD0B7A}" presName="spaceRect" presStyleCnt="0"/>
      <dgm:spPr/>
    </dgm:pt>
    <dgm:pt modelId="{7F6FC3EA-C05D-4EC8-B400-2BEEAF2C96D5}" type="pres">
      <dgm:prSet presAssocID="{22EA090A-A769-4F80-8988-2BE452BD0B7A}" presName="parTx" presStyleLbl="revTx" presStyleIdx="1" presStyleCnt="4">
        <dgm:presLayoutVars>
          <dgm:chMax val="0"/>
          <dgm:chPref val="0"/>
        </dgm:presLayoutVars>
      </dgm:prSet>
      <dgm:spPr/>
    </dgm:pt>
    <dgm:pt modelId="{82692339-4070-419B-9A7C-B1390E477CC1}" type="pres">
      <dgm:prSet presAssocID="{6BAEA15B-148B-4DF3-BE81-7AB80EF76265}" presName="sibTrans" presStyleCnt="0"/>
      <dgm:spPr/>
    </dgm:pt>
    <dgm:pt modelId="{01DDD680-7476-4AB7-AC22-030168A83611}" type="pres">
      <dgm:prSet presAssocID="{53E7D76B-0D60-4AF8-9B6C-49FB4A1913F0}" presName="compNode" presStyleCnt="0"/>
      <dgm:spPr/>
    </dgm:pt>
    <dgm:pt modelId="{BABE1552-B0B7-4DDF-B3EF-A7E5AD029E35}" type="pres">
      <dgm:prSet presAssocID="{53E7D76B-0D60-4AF8-9B6C-49FB4A1913F0}" presName="bgRect" presStyleLbl="bgShp" presStyleIdx="2" presStyleCnt="4"/>
      <dgm:spPr/>
    </dgm:pt>
    <dgm:pt modelId="{7F3C24F9-7E69-4ACC-AE9C-723AB2A5B692}" type="pres">
      <dgm:prSet presAssocID="{53E7D76B-0D60-4AF8-9B6C-49FB4A1913F0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Thought bubble"/>
        </a:ext>
      </dgm:extLst>
    </dgm:pt>
    <dgm:pt modelId="{223FCBF4-1D77-496D-A931-39FB79066DDB}" type="pres">
      <dgm:prSet presAssocID="{53E7D76B-0D60-4AF8-9B6C-49FB4A1913F0}" presName="spaceRect" presStyleCnt="0"/>
      <dgm:spPr/>
    </dgm:pt>
    <dgm:pt modelId="{77465A85-8F89-46D9-9B2C-4CE3BB8274C6}" type="pres">
      <dgm:prSet presAssocID="{53E7D76B-0D60-4AF8-9B6C-49FB4A1913F0}" presName="parTx" presStyleLbl="revTx" presStyleIdx="2" presStyleCnt="4">
        <dgm:presLayoutVars>
          <dgm:chMax val="0"/>
          <dgm:chPref val="0"/>
        </dgm:presLayoutVars>
      </dgm:prSet>
      <dgm:spPr/>
    </dgm:pt>
    <dgm:pt modelId="{A18A8B81-4B86-41F4-8BD8-046C2E22DB4C}" type="pres">
      <dgm:prSet presAssocID="{C7907B20-36CA-45C5-9C2E-35F36147BF64}" presName="sibTrans" presStyleCnt="0"/>
      <dgm:spPr/>
    </dgm:pt>
    <dgm:pt modelId="{6131D454-3DDB-41E9-BF67-C91FE998AA39}" type="pres">
      <dgm:prSet presAssocID="{7DA27246-6ABC-4ED3-B716-CC42B43A21E3}" presName="compNode" presStyleCnt="0"/>
      <dgm:spPr/>
    </dgm:pt>
    <dgm:pt modelId="{E60E5192-5194-4FB5-A8CF-997C548ED154}" type="pres">
      <dgm:prSet presAssocID="{7DA27246-6ABC-4ED3-B716-CC42B43A21E3}" presName="bgRect" presStyleLbl="bgShp" presStyleIdx="3" presStyleCnt="4"/>
      <dgm:spPr/>
    </dgm:pt>
    <dgm:pt modelId="{5CF62BDF-B841-4854-A647-E2EF6CCB85DB}" type="pres">
      <dgm:prSet presAssocID="{7DA27246-6ABC-4ED3-B716-CC42B43A21E3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User"/>
        </a:ext>
      </dgm:extLst>
    </dgm:pt>
    <dgm:pt modelId="{2E6C21B6-FFF9-43ED-9BF1-5EA3C58CC61B}" type="pres">
      <dgm:prSet presAssocID="{7DA27246-6ABC-4ED3-B716-CC42B43A21E3}" presName="spaceRect" presStyleCnt="0"/>
      <dgm:spPr/>
    </dgm:pt>
    <dgm:pt modelId="{86422958-E507-4E54-BF92-79C3D98FF61A}" type="pres">
      <dgm:prSet presAssocID="{7DA27246-6ABC-4ED3-B716-CC42B43A21E3}" presName="parTx" presStyleLbl="revTx" presStyleIdx="3" presStyleCnt="4">
        <dgm:presLayoutVars>
          <dgm:chMax val="0"/>
          <dgm:chPref val="0"/>
        </dgm:presLayoutVars>
      </dgm:prSet>
      <dgm:spPr/>
    </dgm:pt>
  </dgm:ptLst>
  <dgm:cxnLst>
    <dgm:cxn modelId="{07192A10-42D3-48BF-88E4-67E9DD2A447A}" srcId="{F13FB955-62FD-457B-9746-24201A596506}" destId="{7DA27246-6ABC-4ED3-B716-CC42B43A21E3}" srcOrd="3" destOrd="0" parTransId="{8BD9F484-1905-4D3C-82A0-F499C25C942B}" sibTransId="{FBE46F9D-53F0-45C8-8794-A4D4673F68AB}"/>
    <dgm:cxn modelId="{47F07011-3DFA-41B1-B7E6-8E2C6424C750}" srcId="{F13FB955-62FD-457B-9746-24201A596506}" destId="{53E7D76B-0D60-4AF8-9B6C-49FB4A1913F0}" srcOrd="2" destOrd="0" parTransId="{E686CF7D-310F-4223-991E-A970D31607B6}" sibTransId="{C7907B20-36CA-45C5-9C2E-35F36147BF64}"/>
    <dgm:cxn modelId="{CC333527-3E21-4AEE-B614-77C6F4C9531B}" type="presOf" srcId="{F13FB955-62FD-457B-9746-24201A596506}" destId="{2A5075F1-5B82-4055-A47C-469FC6E56A18}" srcOrd="0" destOrd="0" presId="urn:microsoft.com/office/officeart/2018/2/layout/IconVerticalSolidList"/>
    <dgm:cxn modelId="{75867D37-EA4C-4E1A-97A1-C7B43E156E43}" type="presOf" srcId="{7DA27246-6ABC-4ED3-B716-CC42B43A21E3}" destId="{86422958-E507-4E54-BF92-79C3D98FF61A}" srcOrd="0" destOrd="0" presId="urn:microsoft.com/office/officeart/2018/2/layout/IconVerticalSolidList"/>
    <dgm:cxn modelId="{F6176D65-FFF5-4435-A5A0-EA694717DC29}" type="presOf" srcId="{9B31E120-3B63-4651-92D4-9B6C6D05385C}" destId="{099D259F-CCBC-422F-AC8E-DA40378F29F3}" srcOrd="0" destOrd="0" presId="urn:microsoft.com/office/officeart/2018/2/layout/IconVerticalSolidList"/>
    <dgm:cxn modelId="{700C1A55-84B9-467B-AFBE-787949B22734}" srcId="{F13FB955-62FD-457B-9746-24201A596506}" destId="{22EA090A-A769-4F80-8988-2BE452BD0B7A}" srcOrd="1" destOrd="0" parTransId="{0A6D5471-0CD5-4BCE-87AC-92CBDE36F249}" sibTransId="{6BAEA15B-148B-4DF3-BE81-7AB80EF76265}"/>
    <dgm:cxn modelId="{4C5AFF9E-490D-4845-B39E-301A0751067E}" srcId="{F13FB955-62FD-457B-9746-24201A596506}" destId="{9B31E120-3B63-4651-92D4-9B6C6D05385C}" srcOrd="0" destOrd="0" parTransId="{A8D93801-A46E-4487-8294-7B19CC8C2C3E}" sibTransId="{CC2688AF-4168-474C-ABFC-C62138B30C09}"/>
    <dgm:cxn modelId="{7AA32DDC-7D52-49A7-8653-2331AA1EFB62}" type="presOf" srcId="{22EA090A-A769-4F80-8988-2BE452BD0B7A}" destId="{7F6FC3EA-C05D-4EC8-B400-2BEEAF2C96D5}" srcOrd="0" destOrd="0" presId="urn:microsoft.com/office/officeart/2018/2/layout/IconVerticalSolidList"/>
    <dgm:cxn modelId="{06F66BEC-8AEF-49D4-AC8F-E79B69283B68}" type="presOf" srcId="{53E7D76B-0D60-4AF8-9B6C-49FB4A1913F0}" destId="{77465A85-8F89-46D9-9B2C-4CE3BB8274C6}" srcOrd="0" destOrd="0" presId="urn:microsoft.com/office/officeart/2018/2/layout/IconVerticalSolidList"/>
    <dgm:cxn modelId="{ECAA1450-3AD8-49C1-B1DF-6AF4829A452E}" type="presParOf" srcId="{2A5075F1-5B82-4055-A47C-469FC6E56A18}" destId="{7925D93C-358E-44F1-B207-FC8794A796A9}" srcOrd="0" destOrd="0" presId="urn:microsoft.com/office/officeart/2018/2/layout/IconVerticalSolidList"/>
    <dgm:cxn modelId="{D0C1B5EB-790B-40F1-8ACF-9A6CA8B171C9}" type="presParOf" srcId="{7925D93C-358E-44F1-B207-FC8794A796A9}" destId="{35FDAC51-A147-444A-AE0C-1B54254FC235}" srcOrd="0" destOrd="0" presId="urn:microsoft.com/office/officeart/2018/2/layout/IconVerticalSolidList"/>
    <dgm:cxn modelId="{5FEEFF5F-2DDE-4233-8C1D-6EAD9E7AEF6B}" type="presParOf" srcId="{7925D93C-358E-44F1-B207-FC8794A796A9}" destId="{46FDCEFD-A52F-4238-A633-ABECD4766C6D}" srcOrd="1" destOrd="0" presId="urn:microsoft.com/office/officeart/2018/2/layout/IconVerticalSolidList"/>
    <dgm:cxn modelId="{E161105D-D6BF-40FA-871A-3AE8CB051C76}" type="presParOf" srcId="{7925D93C-358E-44F1-B207-FC8794A796A9}" destId="{ACF93135-A346-42F6-851B-DAAB7CB61A35}" srcOrd="2" destOrd="0" presId="urn:microsoft.com/office/officeart/2018/2/layout/IconVerticalSolidList"/>
    <dgm:cxn modelId="{FECF8F07-E8E2-43DC-AED9-F0B909E64745}" type="presParOf" srcId="{7925D93C-358E-44F1-B207-FC8794A796A9}" destId="{099D259F-CCBC-422F-AC8E-DA40378F29F3}" srcOrd="3" destOrd="0" presId="urn:microsoft.com/office/officeart/2018/2/layout/IconVerticalSolidList"/>
    <dgm:cxn modelId="{CF24CFD5-7E6E-4268-867C-1278F73B4742}" type="presParOf" srcId="{2A5075F1-5B82-4055-A47C-469FC6E56A18}" destId="{99FFFBDC-7950-49A7-A347-B88CCF5065AB}" srcOrd="1" destOrd="0" presId="urn:microsoft.com/office/officeart/2018/2/layout/IconVerticalSolidList"/>
    <dgm:cxn modelId="{0CD33272-BBC6-4AC0-9DDA-1C94090FC64A}" type="presParOf" srcId="{2A5075F1-5B82-4055-A47C-469FC6E56A18}" destId="{BD41FCD0-BCCE-4773-8DFB-F676B94F5468}" srcOrd="2" destOrd="0" presId="urn:microsoft.com/office/officeart/2018/2/layout/IconVerticalSolidList"/>
    <dgm:cxn modelId="{16517108-E874-496F-A77F-CF95831752EE}" type="presParOf" srcId="{BD41FCD0-BCCE-4773-8DFB-F676B94F5468}" destId="{3EF11159-4B20-4421-8F1E-4AEA8AA37D20}" srcOrd="0" destOrd="0" presId="urn:microsoft.com/office/officeart/2018/2/layout/IconVerticalSolidList"/>
    <dgm:cxn modelId="{235FBBBA-E631-49DD-92DE-2455B5B5D4F4}" type="presParOf" srcId="{BD41FCD0-BCCE-4773-8DFB-F676B94F5468}" destId="{D234EEE4-9E87-4CBE-8FC4-AC193E53A4CE}" srcOrd="1" destOrd="0" presId="urn:microsoft.com/office/officeart/2018/2/layout/IconVerticalSolidList"/>
    <dgm:cxn modelId="{00FBBD14-4994-4C9D-9AAB-5BDA9F75E860}" type="presParOf" srcId="{BD41FCD0-BCCE-4773-8DFB-F676B94F5468}" destId="{26CBF136-AF87-42ED-B321-60C7E4DD0C6E}" srcOrd="2" destOrd="0" presId="urn:microsoft.com/office/officeart/2018/2/layout/IconVerticalSolidList"/>
    <dgm:cxn modelId="{C35E872D-18D1-41F5-BF73-FFAB27FECCDF}" type="presParOf" srcId="{BD41FCD0-BCCE-4773-8DFB-F676B94F5468}" destId="{7F6FC3EA-C05D-4EC8-B400-2BEEAF2C96D5}" srcOrd="3" destOrd="0" presId="urn:microsoft.com/office/officeart/2018/2/layout/IconVerticalSolidList"/>
    <dgm:cxn modelId="{C90EB03A-8018-4C75-8A65-CB227E76642A}" type="presParOf" srcId="{2A5075F1-5B82-4055-A47C-469FC6E56A18}" destId="{82692339-4070-419B-9A7C-B1390E477CC1}" srcOrd="3" destOrd="0" presId="urn:microsoft.com/office/officeart/2018/2/layout/IconVerticalSolidList"/>
    <dgm:cxn modelId="{FC3C3A98-DDDE-45DD-ADFC-DE94D20D91C7}" type="presParOf" srcId="{2A5075F1-5B82-4055-A47C-469FC6E56A18}" destId="{01DDD680-7476-4AB7-AC22-030168A83611}" srcOrd="4" destOrd="0" presId="urn:microsoft.com/office/officeart/2018/2/layout/IconVerticalSolidList"/>
    <dgm:cxn modelId="{216A6A9B-CE94-4049-BC92-A5885EE810B8}" type="presParOf" srcId="{01DDD680-7476-4AB7-AC22-030168A83611}" destId="{BABE1552-B0B7-4DDF-B3EF-A7E5AD029E35}" srcOrd="0" destOrd="0" presId="urn:microsoft.com/office/officeart/2018/2/layout/IconVerticalSolidList"/>
    <dgm:cxn modelId="{953AA864-86D8-492C-AB4C-EBEDB3B6F433}" type="presParOf" srcId="{01DDD680-7476-4AB7-AC22-030168A83611}" destId="{7F3C24F9-7E69-4ACC-AE9C-723AB2A5B692}" srcOrd="1" destOrd="0" presId="urn:microsoft.com/office/officeart/2018/2/layout/IconVerticalSolidList"/>
    <dgm:cxn modelId="{C6AFA962-EBCC-479A-A31C-39664070AE9F}" type="presParOf" srcId="{01DDD680-7476-4AB7-AC22-030168A83611}" destId="{223FCBF4-1D77-496D-A931-39FB79066DDB}" srcOrd="2" destOrd="0" presId="urn:microsoft.com/office/officeart/2018/2/layout/IconVerticalSolidList"/>
    <dgm:cxn modelId="{975BEA54-23D7-4DBF-BFA0-C97E02F1AE4A}" type="presParOf" srcId="{01DDD680-7476-4AB7-AC22-030168A83611}" destId="{77465A85-8F89-46D9-9B2C-4CE3BB8274C6}" srcOrd="3" destOrd="0" presId="urn:microsoft.com/office/officeart/2018/2/layout/IconVerticalSolidList"/>
    <dgm:cxn modelId="{6E8C0AF8-5193-4B28-B808-F726CCBE027D}" type="presParOf" srcId="{2A5075F1-5B82-4055-A47C-469FC6E56A18}" destId="{A18A8B81-4B86-41F4-8BD8-046C2E22DB4C}" srcOrd="5" destOrd="0" presId="urn:microsoft.com/office/officeart/2018/2/layout/IconVerticalSolidList"/>
    <dgm:cxn modelId="{6CFC12D5-711B-424C-9400-E399ADA30065}" type="presParOf" srcId="{2A5075F1-5B82-4055-A47C-469FC6E56A18}" destId="{6131D454-3DDB-41E9-BF67-C91FE998AA39}" srcOrd="6" destOrd="0" presId="urn:microsoft.com/office/officeart/2018/2/layout/IconVerticalSolidList"/>
    <dgm:cxn modelId="{F437A3B6-C2CB-4531-B610-23A85C8687A4}" type="presParOf" srcId="{6131D454-3DDB-41E9-BF67-C91FE998AA39}" destId="{E60E5192-5194-4FB5-A8CF-997C548ED154}" srcOrd="0" destOrd="0" presId="urn:microsoft.com/office/officeart/2018/2/layout/IconVerticalSolidList"/>
    <dgm:cxn modelId="{8C5CE7B9-7C44-4E5A-A161-2D26A3A66DF9}" type="presParOf" srcId="{6131D454-3DDB-41E9-BF67-C91FE998AA39}" destId="{5CF62BDF-B841-4854-A647-E2EF6CCB85DB}" srcOrd="1" destOrd="0" presId="urn:microsoft.com/office/officeart/2018/2/layout/IconVerticalSolidList"/>
    <dgm:cxn modelId="{E8BA0CC8-1293-49DE-A4DA-C637E0E4C7BE}" type="presParOf" srcId="{6131D454-3DDB-41E9-BF67-C91FE998AA39}" destId="{2E6C21B6-FFF9-43ED-9BF1-5EA3C58CC61B}" srcOrd="2" destOrd="0" presId="urn:microsoft.com/office/officeart/2018/2/layout/IconVerticalSolidList"/>
    <dgm:cxn modelId="{CCEA8292-49E9-4943-9C6A-1D3405169256}" type="presParOf" srcId="{6131D454-3DDB-41E9-BF67-C91FE998AA39}" destId="{86422958-E507-4E54-BF92-79C3D98FF61A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2AEF3989-9EAC-49BF-8E00-333FCAD7E228}" type="doc">
      <dgm:prSet loTypeId="urn:microsoft.com/office/officeart/2005/8/layout/hierarchy1" loCatId="hierarchy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6EC091E5-6382-4D98-97B9-D34EECB0D343}">
      <dgm:prSet/>
      <dgm:spPr/>
      <dgm:t>
        <a:bodyPr/>
        <a:lstStyle/>
        <a:p>
          <a:r>
            <a:rPr lang="en-US"/>
            <a:t>Damian: </a:t>
          </a:r>
        </a:p>
      </dgm:t>
    </dgm:pt>
    <dgm:pt modelId="{0CB9C76C-5046-4898-8FDF-6A35B7D47804}" type="parTrans" cxnId="{3D5E2401-CA26-40DA-883D-F99C83557814}">
      <dgm:prSet/>
      <dgm:spPr/>
      <dgm:t>
        <a:bodyPr/>
        <a:lstStyle/>
        <a:p>
          <a:endParaRPr lang="en-US"/>
        </a:p>
      </dgm:t>
    </dgm:pt>
    <dgm:pt modelId="{9A1BBAC7-1E74-4A05-B725-B5ABD59E494F}" type="sibTrans" cxnId="{3D5E2401-CA26-40DA-883D-F99C83557814}">
      <dgm:prSet/>
      <dgm:spPr/>
      <dgm:t>
        <a:bodyPr/>
        <a:lstStyle/>
        <a:p>
          <a:endParaRPr lang="en-US"/>
        </a:p>
      </dgm:t>
    </dgm:pt>
    <dgm:pt modelId="{4FDE0DF8-2E0B-460E-B7C1-BFEFCA819B87}">
      <dgm:prSet/>
      <dgm:spPr/>
      <dgm:t>
        <a:bodyPr/>
        <a:lstStyle/>
        <a:p>
          <a:r>
            <a:rPr lang="en-US"/>
            <a:t>Iuri:</a:t>
          </a:r>
        </a:p>
      </dgm:t>
    </dgm:pt>
    <dgm:pt modelId="{1D3EB2BE-EC9A-493B-85B7-38CA2DD4E088}" type="parTrans" cxnId="{EAD4D42A-75C7-4C6C-B091-3640452D568F}">
      <dgm:prSet/>
      <dgm:spPr/>
      <dgm:t>
        <a:bodyPr/>
        <a:lstStyle/>
        <a:p>
          <a:endParaRPr lang="en-US"/>
        </a:p>
      </dgm:t>
    </dgm:pt>
    <dgm:pt modelId="{75593A5E-31A6-4309-8C26-8ED10408B95C}" type="sibTrans" cxnId="{EAD4D42A-75C7-4C6C-B091-3640452D568F}">
      <dgm:prSet/>
      <dgm:spPr/>
      <dgm:t>
        <a:bodyPr/>
        <a:lstStyle/>
        <a:p>
          <a:endParaRPr lang="en-US"/>
        </a:p>
      </dgm:t>
    </dgm:pt>
    <dgm:pt modelId="{D12A0C9A-EDFC-497E-9A84-3DD28242AF02}">
      <dgm:prSet/>
      <dgm:spPr/>
      <dgm:t>
        <a:bodyPr/>
        <a:lstStyle/>
        <a:p>
          <a:r>
            <a:rPr lang="en-US"/>
            <a:t>Benjamin:</a:t>
          </a:r>
        </a:p>
      </dgm:t>
    </dgm:pt>
    <dgm:pt modelId="{001C40B2-2DDF-41F9-A3BB-10832BF2D98B}" type="parTrans" cxnId="{7EE45226-06FE-44CF-B03D-EC4ABF420AD5}">
      <dgm:prSet/>
      <dgm:spPr/>
      <dgm:t>
        <a:bodyPr/>
        <a:lstStyle/>
        <a:p>
          <a:endParaRPr lang="en-US"/>
        </a:p>
      </dgm:t>
    </dgm:pt>
    <dgm:pt modelId="{0AC21ACD-3D91-4C25-810B-38EF78FDF09C}" type="sibTrans" cxnId="{7EE45226-06FE-44CF-B03D-EC4ABF420AD5}">
      <dgm:prSet/>
      <dgm:spPr/>
      <dgm:t>
        <a:bodyPr/>
        <a:lstStyle/>
        <a:p>
          <a:endParaRPr lang="en-US"/>
        </a:p>
      </dgm:t>
    </dgm:pt>
    <dgm:pt modelId="{717EE4C9-656A-4E9A-90EE-46AD0C2FD29D}">
      <dgm:prSet/>
      <dgm:spPr/>
      <dgm:t>
        <a:bodyPr/>
        <a:lstStyle/>
        <a:p>
          <a:r>
            <a:rPr lang="en-US"/>
            <a:t>Liander:</a:t>
          </a:r>
        </a:p>
      </dgm:t>
    </dgm:pt>
    <dgm:pt modelId="{58E651EC-EC20-426B-BA31-7A8A5B477D46}" type="parTrans" cxnId="{43B91B4E-D7BA-4BCA-9462-B5FD2B6B1608}">
      <dgm:prSet/>
      <dgm:spPr/>
      <dgm:t>
        <a:bodyPr/>
        <a:lstStyle/>
        <a:p>
          <a:endParaRPr lang="en-US"/>
        </a:p>
      </dgm:t>
    </dgm:pt>
    <dgm:pt modelId="{7A9F804D-1F0D-470C-904C-E6C42509C965}" type="sibTrans" cxnId="{43B91B4E-D7BA-4BCA-9462-B5FD2B6B1608}">
      <dgm:prSet/>
      <dgm:spPr/>
      <dgm:t>
        <a:bodyPr/>
        <a:lstStyle/>
        <a:p>
          <a:endParaRPr lang="en-US"/>
        </a:p>
      </dgm:t>
    </dgm:pt>
    <dgm:pt modelId="{D2F280C5-466C-4B9B-BEC1-ED393CDFC54C}">
      <dgm:prSet/>
      <dgm:spPr/>
      <dgm:t>
        <a:bodyPr/>
        <a:lstStyle/>
        <a:p>
          <a:r>
            <a:rPr lang="en-US" dirty="0"/>
            <a:t>Mark:</a:t>
          </a:r>
        </a:p>
      </dgm:t>
    </dgm:pt>
    <dgm:pt modelId="{206D4061-4B36-47F2-A895-A338A1B866F1}" type="parTrans" cxnId="{4CC93040-A42D-4977-B77E-56FB2FF6CD09}">
      <dgm:prSet/>
      <dgm:spPr/>
      <dgm:t>
        <a:bodyPr/>
        <a:lstStyle/>
        <a:p>
          <a:endParaRPr lang="en-US"/>
        </a:p>
      </dgm:t>
    </dgm:pt>
    <dgm:pt modelId="{3723AD58-19F0-494C-A774-2F322CE284A2}" type="sibTrans" cxnId="{4CC93040-A42D-4977-B77E-56FB2FF6CD09}">
      <dgm:prSet/>
      <dgm:spPr/>
      <dgm:t>
        <a:bodyPr/>
        <a:lstStyle/>
        <a:p>
          <a:endParaRPr lang="en-US"/>
        </a:p>
      </dgm:t>
    </dgm:pt>
    <dgm:pt modelId="{9902905C-3251-4914-A668-C12DC0D95EA1}" type="pres">
      <dgm:prSet presAssocID="{2AEF3989-9EAC-49BF-8E00-333FCAD7E228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2B68B7F7-3ABE-4ADB-9FC3-3961DA7BE43F}" type="pres">
      <dgm:prSet presAssocID="{6EC091E5-6382-4D98-97B9-D34EECB0D343}" presName="hierRoot1" presStyleCnt="0"/>
      <dgm:spPr/>
    </dgm:pt>
    <dgm:pt modelId="{68A32613-8672-48D9-80AA-5E8292B5D4B4}" type="pres">
      <dgm:prSet presAssocID="{6EC091E5-6382-4D98-97B9-D34EECB0D343}" presName="composite" presStyleCnt="0"/>
      <dgm:spPr/>
    </dgm:pt>
    <dgm:pt modelId="{F3423170-3A0D-4FD6-8BF5-7012F2217F40}" type="pres">
      <dgm:prSet presAssocID="{6EC091E5-6382-4D98-97B9-D34EECB0D343}" presName="background" presStyleLbl="node0" presStyleIdx="0" presStyleCnt="5"/>
      <dgm:spPr/>
    </dgm:pt>
    <dgm:pt modelId="{CEE34106-2ED8-4556-9F33-0064EAECCBCC}" type="pres">
      <dgm:prSet presAssocID="{6EC091E5-6382-4D98-97B9-D34EECB0D343}" presName="text" presStyleLbl="fgAcc0" presStyleIdx="0" presStyleCnt="5">
        <dgm:presLayoutVars>
          <dgm:chPref val="3"/>
        </dgm:presLayoutVars>
      </dgm:prSet>
      <dgm:spPr/>
    </dgm:pt>
    <dgm:pt modelId="{700E35FA-D6B7-4B75-AE6D-F4F34CABC429}" type="pres">
      <dgm:prSet presAssocID="{6EC091E5-6382-4D98-97B9-D34EECB0D343}" presName="hierChild2" presStyleCnt="0"/>
      <dgm:spPr/>
    </dgm:pt>
    <dgm:pt modelId="{6914F20E-E7DB-4858-A298-65B31FAD5EAF}" type="pres">
      <dgm:prSet presAssocID="{4FDE0DF8-2E0B-460E-B7C1-BFEFCA819B87}" presName="hierRoot1" presStyleCnt="0"/>
      <dgm:spPr/>
    </dgm:pt>
    <dgm:pt modelId="{1DDBA7BF-2493-4280-B102-5E6CF4999424}" type="pres">
      <dgm:prSet presAssocID="{4FDE0DF8-2E0B-460E-B7C1-BFEFCA819B87}" presName="composite" presStyleCnt="0"/>
      <dgm:spPr/>
    </dgm:pt>
    <dgm:pt modelId="{063F0BF2-B90D-4C2E-98D9-E5217F4C9A31}" type="pres">
      <dgm:prSet presAssocID="{4FDE0DF8-2E0B-460E-B7C1-BFEFCA819B87}" presName="background" presStyleLbl="node0" presStyleIdx="1" presStyleCnt="5"/>
      <dgm:spPr/>
    </dgm:pt>
    <dgm:pt modelId="{07B18E6D-CF7A-42BC-B60A-59AB3709FB72}" type="pres">
      <dgm:prSet presAssocID="{4FDE0DF8-2E0B-460E-B7C1-BFEFCA819B87}" presName="text" presStyleLbl="fgAcc0" presStyleIdx="1" presStyleCnt="5">
        <dgm:presLayoutVars>
          <dgm:chPref val="3"/>
        </dgm:presLayoutVars>
      </dgm:prSet>
      <dgm:spPr/>
    </dgm:pt>
    <dgm:pt modelId="{63334B49-D467-4B1D-BE39-7528D0E59430}" type="pres">
      <dgm:prSet presAssocID="{4FDE0DF8-2E0B-460E-B7C1-BFEFCA819B87}" presName="hierChild2" presStyleCnt="0"/>
      <dgm:spPr/>
    </dgm:pt>
    <dgm:pt modelId="{5F9659F8-333D-4B6C-BBAB-6ECBC2C88E10}" type="pres">
      <dgm:prSet presAssocID="{D12A0C9A-EDFC-497E-9A84-3DD28242AF02}" presName="hierRoot1" presStyleCnt="0"/>
      <dgm:spPr/>
    </dgm:pt>
    <dgm:pt modelId="{AD5C4610-3C45-483C-8AB9-1C57FDD4E0B8}" type="pres">
      <dgm:prSet presAssocID="{D12A0C9A-EDFC-497E-9A84-3DD28242AF02}" presName="composite" presStyleCnt="0"/>
      <dgm:spPr/>
    </dgm:pt>
    <dgm:pt modelId="{6D052955-3FFF-431F-8ACB-B325F1E122B2}" type="pres">
      <dgm:prSet presAssocID="{D12A0C9A-EDFC-497E-9A84-3DD28242AF02}" presName="background" presStyleLbl="node0" presStyleIdx="2" presStyleCnt="5"/>
      <dgm:spPr/>
    </dgm:pt>
    <dgm:pt modelId="{BC0C780E-43B8-4FB5-8F37-26AA5259A841}" type="pres">
      <dgm:prSet presAssocID="{D12A0C9A-EDFC-497E-9A84-3DD28242AF02}" presName="text" presStyleLbl="fgAcc0" presStyleIdx="2" presStyleCnt="5">
        <dgm:presLayoutVars>
          <dgm:chPref val="3"/>
        </dgm:presLayoutVars>
      </dgm:prSet>
      <dgm:spPr/>
    </dgm:pt>
    <dgm:pt modelId="{4639701D-F211-42F9-8D08-BCABB9A2061B}" type="pres">
      <dgm:prSet presAssocID="{D12A0C9A-EDFC-497E-9A84-3DD28242AF02}" presName="hierChild2" presStyleCnt="0"/>
      <dgm:spPr/>
    </dgm:pt>
    <dgm:pt modelId="{88C3A46B-CC85-4AA9-9BE8-1B81AE481B7E}" type="pres">
      <dgm:prSet presAssocID="{717EE4C9-656A-4E9A-90EE-46AD0C2FD29D}" presName="hierRoot1" presStyleCnt="0"/>
      <dgm:spPr/>
    </dgm:pt>
    <dgm:pt modelId="{90E37544-C63B-41FC-AB6C-90A153B3EDB4}" type="pres">
      <dgm:prSet presAssocID="{717EE4C9-656A-4E9A-90EE-46AD0C2FD29D}" presName="composite" presStyleCnt="0"/>
      <dgm:spPr/>
    </dgm:pt>
    <dgm:pt modelId="{BA9AD447-6081-4FD6-ADCD-E387A10F31C2}" type="pres">
      <dgm:prSet presAssocID="{717EE4C9-656A-4E9A-90EE-46AD0C2FD29D}" presName="background" presStyleLbl="node0" presStyleIdx="3" presStyleCnt="5"/>
      <dgm:spPr/>
    </dgm:pt>
    <dgm:pt modelId="{E4EF099A-A5C6-4569-9DF2-660F93404B07}" type="pres">
      <dgm:prSet presAssocID="{717EE4C9-656A-4E9A-90EE-46AD0C2FD29D}" presName="text" presStyleLbl="fgAcc0" presStyleIdx="3" presStyleCnt="5">
        <dgm:presLayoutVars>
          <dgm:chPref val="3"/>
        </dgm:presLayoutVars>
      </dgm:prSet>
      <dgm:spPr/>
    </dgm:pt>
    <dgm:pt modelId="{23FA14ED-0B35-426A-AFA8-96F571E7B00B}" type="pres">
      <dgm:prSet presAssocID="{717EE4C9-656A-4E9A-90EE-46AD0C2FD29D}" presName="hierChild2" presStyleCnt="0"/>
      <dgm:spPr/>
    </dgm:pt>
    <dgm:pt modelId="{16167554-9987-4CD3-B9A3-2DCDB3BCCE82}" type="pres">
      <dgm:prSet presAssocID="{D2F280C5-466C-4B9B-BEC1-ED393CDFC54C}" presName="hierRoot1" presStyleCnt="0"/>
      <dgm:spPr/>
    </dgm:pt>
    <dgm:pt modelId="{7AB61C52-C6FE-4616-9052-7EDA41452DAD}" type="pres">
      <dgm:prSet presAssocID="{D2F280C5-466C-4B9B-BEC1-ED393CDFC54C}" presName="composite" presStyleCnt="0"/>
      <dgm:spPr/>
    </dgm:pt>
    <dgm:pt modelId="{E7005CDA-3DC1-40E2-9565-A8B2F891873B}" type="pres">
      <dgm:prSet presAssocID="{D2F280C5-466C-4B9B-BEC1-ED393CDFC54C}" presName="background" presStyleLbl="node0" presStyleIdx="4" presStyleCnt="5"/>
      <dgm:spPr/>
    </dgm:pt>
    <dgm:pt modelId="{EA78740A-AFDC-4553-BEFE-0516599CB54E}" type="pres">
      <dgm:prSet presAssocID="{D2F280C5-466C-4B9B-BEC1-ED393CDFC54C}" presName="text" presStyleLbl="fgAcc0" presStyleIdx="4" presStyleCnt="5">
        <dgm:presLayoutVars>
          <dgm:chPref val="3"/>
        </dgm:presLayoutVars>
      </dgm:prSet>
      <dgm:spPr/>
    </dgm:pt>
    <dgm:pt modelId="{F3777380-CCBE-4E2C-A23E-54612F5E7EB3}" type="pres">
      <dgm:prSet presAssocID="{D2F280C5-466C-4B9B-BEC1-ED393CDFC54C}" presName="hierChild2" presStyleCnt="0"/>
      <dgm:spPr/>
    </dgm:pt>
  </dgm:ptLst>
  <dgm:cxnLst>
    <dgm:cxn modelId="{3D5E2401-CA26-40DA-883D-F99C83557814}" srcId="{2AEF3989-9EAC-49BF-8E00-333FCAD7E228}" destId="{6EC091E5-6382-4D98-97B9-D34EECB0D343}" srcOrd="0" destOrd="0" parTransId="{0CB9C76C-5046-4898-8FDF-6A35B7D47804}" sibTransId="{9A1BBAC7-1E74-4A05-B725-B5ABD59E494F}"/>
    <dgm:cxn modelId="{280EB81B-BF09-47AD-B05E-C7BCE36EAF6C}" type="presOf" srcId="{4FDE0DF8-2E0B-460E-B7C1-BFEFCA819B87}" destId="{07B18E6D-CF7A-42BC-B60A-59AB3709FB72}" srcOrd="0" destOrd="0" presId="urn:microsoft.com/office/officeart/2005/8/layout/hierarchy1"/>
    <dgm:cxn modelId="{7EE45226-06FE-44CF-B03D-EC4ABF420AD5}" srcId="{2AEF3989-9EAC-49BF-8E00-333FCAD7E228}" destId="{D12A0C9A-EDFC-497E-9A84-3DD28242AF02}" srcOrd="2" destOrd="0" parTransId="{001C40B2-2DDF-41F9-A3BB-10832BF2D98B}" sibTransId="{0AC21ACD-3D91-4C25-810B-38EF78FDF09C}"/>
    <dgm:cxn modelId="{EAD4D42A-75C7-4C6C-B091-3640452D568F}" srcId="{2AEF3989-9EAC-49BF-8E00-333FCAD7E228}" destId="{4FDE0DF8-2E0B-460E-B7C1-BFEFCA819B87}" srcOrd="1" destOrd="0" parTransId="{1D3EB2BE-EC9A-493B-85B7-38CA2DD4E088}" sibTransId="{75593A5E-31A6-4309-8C26-8ED10408B95C}"/>
    <dgm:cxn modelId="{4CC93040-A42D-4977-B77E-56FB2FF6CD09}" srcId="{2AEF3989-9EAC-49BF-8E00-333FCAD7E228}" destId="{D2F280C5-466C-4B9B-BEC1-ED393CDFC54C}" srcOrd="4" destOrd="0" parTransId="{206D4061-4B36-47F2-A895-A338A1B866F1}" sibTransId="{3723AD58-19F0-494C-A774-2F322CE284A2}"/>
    <dgm:cxn modelId="{CFA6DC43-0994-43D0-A25A-3D94D78AAECD}" type="presOf" srcId="{6EC091E5-6382-4D98-97B9-D34EECB0D343}" destId="{CEE34106-2ED8-4556-9F33-0064EAECCBCC}" srcOrd="0" destOrd="0" presId="urn:microsoft.com/office/officeart/2005/8/layout/hierarchy1"/>
    <dgm:cxn modelId="{43B91B4E-D7BA-4BCA-9462-B5FD2B6B1608}" srcId="{2AEF3989-9EAC-49BF-8E00-333FCAD7E228}" destId="{717EE4C9-656A-4E9A-90EE-46AD0C2FD29D}" srcOrd="3" destOrd="0" parTransId="{58E651EC-EC20-426B-BA31-7A8A5B477D46}" sibTransId="{7A9F804D-1F0D-470C-904C-E6C42509C965}"/>
    <dgm:cxn modelId="{9BE2AC78-535F-45C6-A9D9-80DFC3F28D0F}" type="presOf" srcId="{717EE4C9-656A-4E9A-90EE-46AD0C2FD29D}" destId="{E4EF099A-A5C6-4569-9DF2-660F93404B07}" srcOrd="0" destOrd="0" presId="urn:microsoft.com/office/officeart/2005/8/layout/hierarchy1"/>
    <dgm:cxn modelId="{45FC207E-93FB-4A49-B056-3CDD5E56152E}" type="presOf" srcId="{2AEF3989-9EAC-49BF-8E00-333FCAD7E228}" destId="{9902905C-3251-4914-A668-C12DC0D95EA1}" srcOrd="0" destOrd="0" presId="urn:microsoft.com/office/officeart/2005/8/layout/hierarchy1"/>
    <dgm:cxn modelId="{3945989C-555E-4944-BB48-26E48ECFFEF8}" type="presOf" srcId="{D12A0C9A-EDFC-497E-9A84-3DD28242AF02}" destId="{BC0C780E-43B8-4FB5-8F37-26AA5259A841}" srcOrd="0" destOrd="0" presId="urn:microsoft.com/office/officeart/2005/8/layout/hierarchy1"/>
    <dgm:cxn modelId="{AD5307AC-4DE2-4F96-A142-88986DCA7BA5}" type="presOf" srcId="{D2F280C5-466C-4B9B-BEC1-ED393CDFC54C}" destId="{EA78740A-AFDC-4553-BEFE-0516599CB54E}" srcOrd="0" destOrd="0" presId="urn:microsoft.com/office/officeart/2005/8/layout/hierarchy1"/>
    <dgm:cxn modelId="{1440EA9B-6ED7-4F73-93E5-AAFBB22CF2B0}" type="presParOf" srcId="{9902905C-3251-4914-A668-C12DC0D95EA1}" destId="{2B68B7F7-3ABE-4ADB-9FC3-3961DA7BE43F}" srcOrd="0" destOrd="0" presId="urn:microsoft.com/office/officeart/2005/8/layout/hierarchy1"/>
    <dgm:cxn modelId="{B3EB6212-4044-490B-8CFE-74C9BC8BF8A8}" type="presParOf" srcId="{2B68B7F7-3ABE-4ADB-9FC3-3961DA7BE43F}" destId="{68A32613-8672-48D9-80AA-5E8292B5D4B4}" srcOrd="0" destOrd="0" presId="urn:microsoft.com/office/officeart/2005/8/layout/hierarchy1"/>
    <dgm:cxn modelId="{91794083-8208-4FB0-81CF-60D4B24714A3}" type="presParOf" srcId="{68A32613-8672-48D9-80AA-5E8292B5D4B4}" destId="{F3423170-3A0D-4FD6-8BF5-7012F2217F40}" srcOrd="0" destOrd="0" presId="urn:microsoft.com/office/officeart/2005/8/layout/hierarchy1"/>
    <dgm:cxn modelId="{EE96E593-7C62-4C58-8323-2376FABE3AD7}" type="presParOf" srcId="{68A32613-8672-48D9-80AA-5E8292B5D4B4}" destId="{CEE34106-2ED8-4556-9F33-0064EAECCBCC}" srcOrd="1" destOrd="0" presId="urn:microsoft.com/office/officeart/2005/8/layout/hierarchy1"/>
    <dgm:cxn modelId="{B4F0833D-E696-4898-A1A2-B554B15A917D}" type="presParOf" srcId="{2B68B7F7-3ABE-4ADB-9FC3-3961DA7BE43F}" destId="{700E35FA-D6B7-4B75-AE6D-F4F34CABC429}" srcOrd="1" destOrd="0" presId="urn:microsoft.com/office/officeart/2005/8/layout/hierarchy1"/>
    <dgm:cxn modelId="{13D6C2AC-28FE-4628-AD2E-78A840D5E117}" type="presParOf" srcId="{9902905C-3251-4914-A668-C12DC0D95EA1}" destId="{6914F20E-E7DB-4858-A298-65B31FAD5EAF}" srcOrd="1" destOrd="0" presId="urn:microsoft.com/office/officeart/2005/8/layout/hierarchy1"/>
    <dgm:cxn modelId="{672641EF-5DF5-48B3-A8A5-FC5A534DD499}" type="presParOf" srcId="{6914F20E-E7DB-4858-A298-65B31FAD5EAF}" destId="{1DDBA7BF-2493-4280-B102-5E6CF4999424}" srcOrd="0" destOrd="0" presId="urn:microsoft.com/office/officeart/2005/8/layout/hierarchy1"/>
    <dgm:cxn modelId="{4288D713-11F7-451D-9315-6601F71E5D7B}" type="presParOf" srcId="{1DDBA7BF-2493-4280-B102-5E6CF4999424}" destId="{063F0BF2-B90D-4C2E-98D9-E5217F4C9A31}" srcOrd="0" destOrd="0" presId="urn:microsoft.com/office/officeart/2005/8/layout/hierarchy1"/>
    <dgm:cxn modelId="{CB3FEE6B-9F36-413F-A07A-28908FDFA225}" type="presParOf" srcId="{1DDBA7BF-2493-4280-B102-5E6CF4999424}" destId="{07B18E6D-CF7A-42BC-B60A-59AB3709FB72}" srcOrd="1" destOrd="0" presId="urn:microsoft.com/office/officeart/2005/8/layout/hierarchy1"/>
    <dgm:cxn modelId="{EB7B26CD-1EFD-4B02-8D99-F2C2A920D786}" type="presParOf" srcId="{6914F20E-E7DB-4858-A298-65B31FAD5EAF}" destId="{63334B49-D467-4B1D-BE39-7528D0E59430}" srcOrd="1" destOrd="0" presId="urn:microsoft.com/office/officeart/2005/8/layout/hierarchy1"/>
    <dgm:cxn modelId="{37E23890-634F-49EB-B0D7-C460EDC03308}" type="presParOf" srcId="{9902905C-3251-4914-A668-C12DC0D95EA1}" destId="{5F9659F8-333D-4B6C-BBAB-6ECBC2C88E10}" srcOrd="2" destOrd="0" presId="urn:microsoft.com/office/officeart/2005/8/layout/hierarchy1"/>
    <dgm:cxn modelId="{2DD6AA12-ADE9-40C0-A59F-9378C376A980}" type="presParOf" srcId="{5F9659F8-333D-4B6C-BBAB-6ECBC2C88E10}" destId="{AD5C4610-3C45-483C-8AB9-1C57FDD4E0B8}" srcOrd="0" destOrd="0" presId="urn:microsoft.com/office/officeart/2005/8/layout/hierarchy1"/>
    <dgm:cxn modelId="{03D43982-6389-4D85-95D6-551DEA8A3AFB}" type="presParOf" srcId="{AD5C4610-3C45-483C-8AB9-1C57FDD4E0B8}" destId="{6D052955-3FFF-431F-8ACB-B325F1E122B2}" srcOrd="0" destOrd="0" presId="urn:microsoft.com/office/officeart/2005/8/layout/hierarchy1"/>
    <dgm:cxn modelId="{CF8AD344-C501-4D53-9441-DE46A7C64984}" type="presParOf" srcId="{AD5C4610-3C45-483C-8AB9-1C57FDD4E0B8}" destId="{BC0C780E-43B8-4FB5-8F37-26AA5259A841}" srcOrd="1" destOrd="0" presId="urn:microsoft.com/office/officeart/2005/8/layout/hierarchy1"/>
    <dgm:cxn modelId="{0925AEF6-1299-46E1-814F-A4ECADCBD6F4}" type="presParOf" srcId="{5F9659F8-333D-4B6C-BBAB-6ECBC2C88E10}" destId="{4639701D-F211-42F9-8D08-BCABB9A2061B}" srcOrd="1" destOrd="0" presId="urn:microsoft.com/office/officeart/2005/8/layout/hierarchy1"/>
    <dgm:cxn modelId="{0CC34FE9-35E4-45D2-8EE6-E116DA557A6B}" type="presParOf" srcId="{9902905C-3251-4914-A668-C12DC0D95EA1}" destId="{88C3A46B-CC85-4AA9-9BE8-1B81AE481B7E}" srcOrd="3" destOrd="0" presId="urn:microsoft.com/office/officeart/2005/8/layout/hierarchy1"/>
    <dgm:cxn modelId="{0538295E-5AD0-4994-BBB3-E6D66D84D84C}" type="presParOf" srcId="{88C3A46B-CC85-4AA9-9BE8-1B81AE481B7E}" destId="{90E37544-C63B-41FC-AB6C-90A153B3EDB4}" srcOrd="0" destOrd="0" presId="urn:microsoft.com/office/officeart/2005/8/layout/hierarchy1"/>
    <dgm:cxn modelId="{02D438D4-B6A7-4E83-86D6-DD1D47F647DF}" type="presParOf" srcId="{90E37544-C63B-41FC-AB6C-90A153B3EDB4}" destId="{BA9AD447-6081-4FD6-ADCD-E387A10F31C2}" srcOrd="0" destOrd="0" presId="urn:microsoft.com/office/officeart/2005/8/layout/hierarchy1"/>
    <dgm:cxn modelId="{2C7EC00A-2999-4048-8C8A-9B6041A2EF55}" type="presParOf" srcId="{90E37544-C63B-41FC-AB6C-90A153B3EDB4}" destId="{E4EF099A-A5C6-4569-9DF2-660F93404B07}" srcOrd="1" destOrd="0" presId="urn:microsoft.com/office/officeart/2005/8/layout/hierarchy1"/>
    <dgm:cxn modelId="{8336EC2E-D4F1-4FBA-8B45-6984D21B9734}" type="presParOf" srcId="{88C3A46B-CC85-4AA9-9BE8-1B81AE481B7E}" destId="{23FA14ED-0B35-426A-AFA8-96F571E7B00B}" srcOrd="1" destOrd="0" presId="urn:microsoft.com/office/officeart/2005/8/layout/hierarchy1"/>
    <dgm:cxn modelId="{650C51F5-4967-416B-99C1-04C99612D37F}" type="presParOf" srcId="{9902905C-3251-4914-A668-C12DC0D95EA1}" destId="{16167554-9987-4CD3-B9A3-2DCDB3BCCE82}" srcOrd="4" destOrd="0" presId="urn:microsoft.com/office/officeart/2005/8/layout/hierarchy1"/>
    <dgm:cxn modelId="{73C50E34-5B74-4B51-AA8C-4356BE2F45F3}" type="presParOf" srcId="{16167554-9987-4CD3-B9A3-2DCDB3BCCE82}" destId="{7AB61C52-C6FE-4616-9052-7EDA41452DAD}" srcOrd="0" destOrd="0" presId="urn:microsoft.com/office/officeart/2005/8/layout/hierarchy1"/>
    <dgm:cxn modelId="{FFA2B663-96A1-4F13-B532-58252A32F6AE}" type="presParOf" srcId="{7AB61C52-C6FE-4616-9052-7EDA41452DAD}" destId="{E7005CDA-3DC1-40E2-9565-A8B2F891873B}" srcOrd="0" destOrd="0" presId="urn:microsoft.com/office/officeart/2005/8/layout/hierarchy1"/>
    <dgm:cxn modelId="{175C00CD-A108-4674-8090-1853BB244375}" type="presParOf" srcId="{7AB61C52-C6FE-4616-9052-7EDA41452DAD}" destId="{EA78740A-AFDC-4553-BEFE-0516599CB54E}" srcOrd="1" destOrd="0" presId="urn:microsoft.com/office/officeart/2005/8/layout/hierarchy1"/>
    <dgm:cxn modelId="{DB6FD709-0DE8-489B-957A-97E44F2B5DDC}" type="presParOf" srcId="{16167554-9987-4CD3-B9A3-2DCDB3BCCE82}" destId="{F3777380-CCBE-4E2C-A23E-54612F5E7EB3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7F388161-E0C6-42DF-B47B-7DB94D6BDF92}" type="doc">
      <dgm:prSet loTypeId="urn:microsoft.com/office/officeart/2018/2/layout/IconCircle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C8D49106-3D93-47CD-981B-D64C0502249A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User Friendly Interface</a:t>
          </a:r>
        </a:p>
      </dgm:t>
    </dgm:pt>
    <dgm:pt modelId="{A4FD5295-3E6B-4BD0-B878-BB0501B50882}" type="parTrans" cxnId="{28EDBCE5-40B2-48B2-92A0-6BFD34E3A16B}">
      <dgm:prSet/>
      <dgm:spPr/>
      <dgm:t>
        <a:bodyPr/>
        <a:lstStyle/>
        <a:p>
          <a:endParaRPr lang="en-US"/>
        </a:p>
      </dgm:t>
    </dgm:pt>
    <dgm:pt modelId="{F839A6D9-D6F1-4E70-8C48-545F17D95EDD}" type="sibTrans" cxnId="{28EDBCE5-40B2-48B2-92A0-6BFD34E3A16B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1E542EC9-75DD-4B7F-928E-D3F2DA32AD84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Well Documented</a:t>
          </a:r>
        </a:p>
      </dgm:t>
    </dgm:pt>
    <dgm:pt modelId="{6E1A6A42-DE97-4C72-93BB-67F8356B7D02}" type="parTrans" cxnId="{A59A68CC-F0ED-4DC1-93FD-76CFDAE1661D}">
      <dgm:prSet/>
      <dgm:spPr/>
      <dgm:t>
        <a:bodyPr/>
        <a:lstStyle/>
        <a:p>
          <a:endParaRPr lang="en-US"/>
        </a:p>
      </dgm:t>
    </dgm:pt>
    <dgm:pt modelId="{B6C0EE28-03B7-401A-9E8C-0B3EDE9F958F}" type="sibTrans" cxnId="{A59A68CC-F0ED-4DC1-93FD-76CFDAE1661D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2BF0536F-E066-4C97-AF15-CB8516A0C542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System designed for wider audience</a:t>
          </a:r>
        </a:p>
      </dgm:t>
    </dgm:pt>
    <dgm:pt modelId="{793C204E-4E7F-4E03-8B82-6B02DE630E24}" type="parTrans" cxnId="{3E8328D6-8424-4BCE-A914-0B8A45784F58}">
      <dgm:prSet/>
      <dgm:spPr/>
      <dgm:t>
        <a:bodyPr/>
        <a:lstStyle/>
        <a:p>
          <a:endParaRPr lang="en-US"/>
        </a:p>
      </dgm:t>
    </dgm:pt>
    <dgm:pt modelId="{8912EE86-F5CB-437F-B510-E6796A8A3F88}" type="sibTrans" cxnId="{3E8328D6-8424-4BCE-A914-0B8A45784F58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3C9D6CB7-005B-478C-A3BF-59C4FDE16484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Secure</a:t>
          </a:r>
        </a:p>
      </dgm:t>
    </dgm:pt>
    <dgm:pt modelId="{05A1B9A5-A7C4-4C60-9566-F4DB435448DF}" type="parTrans" cxnId="{225F25E8-8C6A-4912-8409-4154735D2DFF}">
      <dgm:prSet/>
      <dgm:spPr/>
      <dgm:t>
        <a:bodyPr/>
        <a:lstStyle/>
        <a:p>
          <a:endParaRPr lang="en-US"/>
        </a:p>
      </dgm:t>
    </dgm:pt>
    <dgm:pt modelId="{9144B04A-BA05-4F57-AD4D-62B8E6121521}" type="sibTrans" cxnId="{225F25E8-8C6A-4912-8409-4154735D2DFF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3655FBE4-6AC4-4FEF-8AA3-CF5FC022DE4C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Designed to reduce Mario’s workload</a:t>
          </a:r>
        </a:p>
      </dgm:t>
    </dgm:pt>
    <dgm:pt modelId="{A21AE2A8-F3F7-490F-958C-CB5CA78F2565}" type="parTrans" cxnId="{B909DE05-9100-4176-9ACB-24351F808505}">
      <dgm:prSet/>
      <dgm:spPr/>
      <dgm:t>
        <a:bodyPr/>
        <a:lstStyle/>
        <a:p>
          <a:endParaRPr lang="en-US"/>
        </a:p>
      </dgm:t>
    </dgm:pt>
    <dgm:pt modelId="{EC1A7717-5E0E-4397-976B-EE0AB4FFA515}" type="sibTrans" cxnId="{B909DE05-9100-4176-9ACB-24351F808505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2603CB97-D5B9-419E-A855-83DC26329C84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Dynamically generated menu’s</a:t>
          </a:r>
        </a:p>
      </dgm:t>
    </dgm:pt>
    <dgm:pt modelId="{418F5F5C-4968-431A-8BF5-AD72533B5DC7}" type="sibTrans" cxnId="{0968959D-25C4-4806-B0D7-70F301BAFA73}">
      <dgm:prSet/>
      <dgm:spPr/>
      <dgm:t>
        <a:bodyPr/>
        <a:lstStyle/>
        <a:p>
          <a:endParaRPr lang="en-US"/>
        </a:p>
      </dgm:t>
    </dgm:pt>
    <dgm:pt modelId="{5DF1CC6C-A3F1-423A-88C2-303C1BB08A6E}" type="parTrans" cxnId="{0968959D-25C4-4806-B0D7-70F301BAFA73}">
      <dgm:prSet/>
      <dgm:spPr/>
      <dgm:t>
        <a:bodyPr/>
        <a:lstStyle/>
        <a:p>
          <a:endParaRPr lang="en-US"/>
        </a:p>
      </dgm:t>
    </dgm:pt>
    <dgm:pt modelId="{19BBDCEF-2D77-4C53-9A46-6E17E48B2981}" type="pres">
      <dgm:prSet presAssocID="{7F388161-E0C6-42DF-B47B-7DB94D6BDF92}" presName="root" presStyleCnt="0">
        <dgm:presLayoutVars>
          <dgm:dir/>
          <dgm:resizeHandles val="exact"/>
        </dgm:presLayoutVars>
      </dgm:prSet>
      <dgm:spPr/>
    </dgm:pt>
    <dgm:pt modelId="{9CD74E89-67BB-4461-8C06-9366E80A0D27}" type="pres">
      <dgm:prSet presAssocID="{7F388161-E0C6-42DF-B47B-7DB94D6BDF92}" presName="container" presStyleCnt="0">
        <dgm:presLayoutVars>
          <dgm:dir/>
          <dgm:resizeHandles val="exact"/>
        </dgm:presLayoutVars>
      </dgm:prSet>
      <dgm:spPr/>
    </dgm:pt>
    <dgm:pt modelId="{8B7E4305-8AC6-42EF-846B-375DD9050323}" type="pres">
      <dgm:prSet presAssocID="{C8D49106-3D93-47CD-981B-D64C0502249A}" presName="compNode" presStyleCnt="0"/>
      <dgm:spPr/>
    </dgm:pt>
    <dgm:pt modelId="{A85EAB28-A166-4724-BC76-C15E129D0953}" type="pres">
      <dgm:prSet presAssocID="{C8D49106-3D93-47CD-981B-D64C0502249A}" presName="iconBgRect" presStyleLbl="bgShp" presStyleIdx="0" presStyleCnt="6"/>
      <dgm:spPr/>
    </dgm:pt>
    <dgm:pt modelId="{7156FE28-C2E7-4D70-A3A9-6D38A979A920}" type="pres">
      <dgm:prSet presAssocID="{C8D49106-3D93-47CD-981B-D64C0502249A}" presName="iconRect" presStyleLbl="node1" presStyleIdx="0" presStyleCnt="6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Laptop"/>
        </a:ext>
      </dgm:extLst>
    </dgm:pt>
    <dgm:pt modelId="{7505ECE3-745C-4024-B82B-9639D889BB5D}" type="pres">
      <dgm:prSet presAssocID="{C8D49106-3D93-47CD-981B-D64C0502249A}" presName="spaceRect" presStyleCnt="0"/>
      <dgm:spPr/>
    </dgm:pt>
    <dgm:pt modelId="{F04603DC-4B75-417A-B54F-43B41D40D0D1}" type="pres">
      <dgm:prSet presAssocID="{C8D49106-3D93-47CD-981B-D64C0502249A}" presName="textRect" presStyleLbl="revTx" presStyleIdx="0" presStyleCnt="6">
        <dgm:presLayoutVars>
          <dgm:chMax val="1"/>
          <dgm:chPref val="1"/>
        </dgm:presLayoutVars>
      </dgm:prSet>
      <dgm:spPr/>
    </dgm:pt>
    <dgm:pt modelId="{BF93B367-4956-4EBF-942A-614DE754DFCC}" type="pres">
      <dgm:prSet presAssocID="{F839A6D9-D6F1-4E70-8C48-545F17D95EDD}" presName="sibTrans" presStyleLbl="sibTrans2D1" presStyleIdx="0" presStyleCnt="0"/>
      <dgm:spPr/>
    </dgm:pt>
    <dgm:pt modelId="{5E30CE63-821C-4C43-B074-CC36069F9918}" type="pres">
      <dgm:prSet presAssocID="{1E542EC9-75DD-4B7F-928E-D3F2DA32AD84}" presName="compNode" presStyleCnt="0"/>
      <dgm:spPr/>
    </dgm:pt>
    <dgm:pt modelId="{056120B8-A97B-4B5D-A7E2-22692B955ADE}" type="pres">
      <dgm:prSet presAssocID="{1E542EC9-75DD-4B7F-928E-D3F2DA32AD84}" presName="iconBgRect" presStyleLbl="bgShp" presStyleIdx="1" presStyleCnt="6"/>
      <dgm:spPr/>
    </dgm:pt>
    <dgm:pt modelId="{EB435690-C9D8-48A9-9333-AB63291DB67D}" type="pres">
      <dgm:prSet presAssocID="{1E542EC9-75DD-4B7F-928E-D3F2DA32AD84}" presName="iconRect" presStyleLbl="node1" presStyleIdx="1" presStyleCnt="6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Checkmark"/>
        </a:ext>
      </dgm:extLst>
    </dgm:pt>
    <dgm:pt modelId="{4A58BF14-7A30-4D8A-9C5E-C4565240D9F1}" type="pres">
      <dgm:prSet presAssocID="{1E542EC9-75DD-4B7F-928E-D3F2DA32AD84}" presName="spaceRect" presStyleCnt="0"/>
      <dgm:spPr/>
    </dgm:pt>
    <dgm:pt modelId="{5927D75D-33E5-426A-934A-F5A78C673230}" type="pres">
      <dgm:prSet presAssocID="{1E542EC9-75DD-4B7F-928E-D3F2DA32AD84}" presName="textRect" presStyleLbl="revTx" presStyleIdx="1" presStyleCnt="6">
        <dgm:presLayoutVars>
          <dgm:chMax val="1"/>
          <dgm:chPref val="1"/>
        </dgm:presLayoutVars>
      </dgm:prSet>
      <dgm:spPr/>
    </dgm:pt>
    <dgm:pt modelId="{15C199C7-038B-462D-9DED-DC6F0FEA28FD}" type="pres">
      <dgm:prSet presAssocID="{B6C0EE28-03B7-401A-9E8C-0B3EDE9F958F}" presName="sibTrans" presStyleLbl="sibTrans2D1" presStyleIdx="0" presStyleCnt="0"/>
      <dgm:spPr/>
    </dgm:pt>
    <dgm:pt modelId="{2683F1B2-669D-45B9-A546-2EC9CF014FFF}" type="pres">
      <dgm:prSet presAssocID="{2BF0536F-E066-4C97-AF15-CB8516A0C542}" presName="compNode" presStyleCnt="0"/>
      <dgm:spPr/>
    </dgm:pt>
    <dgm:pt modelId="{506731BD-778D-4FCF-8C16-4792C35E688C}" type="pres">
      <dgm:prSet presAssocID="{2BF0536F-E066-4C97-AF15-CB8516A0C542}" presName="iconBgRect" presStyleLbl="bgShp" presStyleIdx="2" presStyleCnt="6"/>
      <dgm:spPr/>
    </dgm:pt>
    <dgm:pt modelId="{BC3459D5-87D4-4323-8CEE-839349A39F3D}" type="pres">
      <dgm:prSet presAssocID="{2BF0536F-E066-4C97-AF15-CB8516A0C542}" presName="iconRect" presStyleLbl="node1" presStyleIdx="2" presStyleCnt="6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Users"/>
        </a:ext>
      </dgm:extLst>
    </dgm:pt>
    <dgm:pt modelId="{A6A3E518-3641-42B4-8226-F95D1555DD96}" type="pres">
      <dgm:prSet presAssocID="{2BF0536F-E066-4C97-AF15-CB8516A0C542}" presName="spaceRect" presStyleCnt="0"/>
      <dgm:spPr/>
    </dgm:pt>
    <dgm:pt modelId="{639500E5-E946-426F-9E07-33C47857C487}" type="pres">
      <dgm:prSet presAssocID="{2BF0536F-E066-4C97-AF15-CB8516A0C542}" presName="textRect" presStyleLbl="revTx" presStyleIdx="2" presStyleCnt="6">
        <dgm:presLayoutVars>
          <dgm:chMax val="1"/>
          <dgm:chPref val="1"/>
        </dgm:presLayoutVars>
      </dgm:prSet>
      <dgm:spPr/>
    </dgm:pt>
    <dgm:pt modelId="{39A394EF-337A-4ED1-BEF7-C46B328A5565}" type="pres">
      <dgm:prSet presAssocID="{8912EE86-F5CB-437F-B510-E6796A8A3F88}" presName="sibTrans" presStyleLbl="sibTrans2D1" presStyleIdx="0" presStyleCnt="0"/>
      <dgm:spPr/>
    </dgm:pt>
    <dgm:pt modelId="{AA8C6964-3496-4C70-867F-9B47EC7F2F91}" type="pres">
      <dgm:prSet presAssocID="{3C9D6CB7-005B-478C-A3BF-59C4FDE16484}" presName="compNode" presStyleCnt="0"/>
      <dgm:spPr/>
    </dgm:pt>
    <dgm:pt modelId="{C3E1706E-9CE4-4145-B80A-70F18D1942FD}" type="pres">
      <dgm:prSet presAssocID="{3C9D6CB7-005B-478C-A3BF-59C4FDE16484}" presName="iconBgRect" presStyleLbl="bgShp" presStyleIdx="3" presStyleCnt="6"/>
      <dgm:spPr/>
    </dgm:pt>
    <dgm:pt modelId="{A364CB8C-A0B8-44BB-A806-AD2DB3804BFC}" type="pres">
      <dgm:prSet presAssocID="{3C9D6CB7-005B-478C-A3BF-59C4FDE16484}" presName="iconRect" presStyleLbl="node1" presStyleIdx="3" presStyleCnt="6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Lock"/>
        </a:ext>
      </dgm:extLst>
    </dgm:pt>
    <dgm:pt modelId="{DF38C525-1039-4E9C-80C6-12D0AC5AD527}" type="pres">
      <dgm:prSet presAssocID="{3C9D6CB7-005B-478C-A3BF-59C4FDE16484}" presName="spaceRect" presStyleCnt="0"/>
      <dgm:spPr/>
    </dgm:pt>
    <dgm:pt modelId="{919B76FF-5DC5-4461-9869-380799BDE5E2}" type="pres">
      <dgm:prSet presAssocID="{3C9D6CB7-005B-478C-A3BF-59C4FDE16484}" presName="textRect" presStyleLbl="revTx" presStyleIdx="3" presStyleCnt="6">
        <dgm:presLayoutVars>
          <dgm:chMax val="1"/>
          <dgm:chPref val="1"/>
        </dgm:presLayoutVars>
      </dgm:prSet>
      <dgm:spPr/>
    </dgm:pt>
    <dgm:pt modelId="{F079F45D-A342-4BF6-A68B-BFC5A393D055}" type="pres">
      <dgm:prSet presAssocID="{9144B04A-BA05-4F57-AD4D-62B8E6121521}" presName="sibTrans" presStyleLbl="sibTrans2D1" presStyleIdx="0" presStyleCnt="0"/>
      <dgm:spPr/>
    </dgm:pt>
    <dgm:pt modelId="{D7920320-9226-4385-93E0-00BC29F1B9AB}" type="pres">
      <dgm:prSet presAssocID="{3655FBE4-6AC4-4FEF-8AA3-CF5FC022DE4C}" presName="compNode" presStyleCnt="0"/>
      <dgm:spPr/>
    </dgm:pt>
    <dgm:pt modelId="{DD796031-B69C-4B79-9D82-8E1088327E5B}" type="pres">
      <dgm:prSet presAssocID="{3655FBE4-6AC4-4FEF-8AA3-CF5FC022DE4C}" presName="iconBgRect" presStyleLbl="bgShp" presStyleIdx="4" presStyleCnt="6"/>
      <dgm:spPr/>
    </dgm:pt>
    <dgm:pt modelId="{5CA8F87C-7793-4AA7-9E56-23A9E3BAD153}" type="pres">
      <dgm:prSet presAssocID="{3655FBE4-6AC4-4FEF-8AA3-CF5FC022DE4C}" presName="iconRect" presStyleLbl="node1" presStyleIdx="4" presStyleCnt="6"/>
      <dgm:spPr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Gears"/>
        </a:ext>
      </dgm:extLst>
    </dgm:pt>
    <dgm:pt modelId="{0CBBA892-EA9B-4D60-B0E9-4A6E7D6F4734}" type="pres">
      <dgm:prSet presAssocID="{3655FBE4-6AC4-4FEF-8AA3-CF5FC022DE4C}" presName="spaceRect" presStyleCnt="0"/>
      <dgm:spPr/>
    </dgm:pt>
    <dgm:pt modelId="{29C0948D-F6E1-43C0-ADC6-A577EABE798A}" type="pres">
      <dgm:prSet presAssocID="{3655FBE4-6AC4-4FEF-8AA3-CF5FC022DE4C}" presName="textRect" presStyleLbl="revTx" presStyleIdx="4" presStyleCnt="6">
        <dgm:presLayoutVars>
          <dgm:chMax val="1"/>
          <dgm:chPref val="1"/>
        </dgm:presLayoutVars>
      </dgm:prSet>
      <dgm:spPr/>
    </dgm:pt>
    <dgm:pt modelId="{E624D197-7B11-4D0F-9572-6E997F91CDBD}" type="pres">
      <dgm:prSet presAssocID="{EC1A7717-5E0E-4397-976B-EE0AB4FFA515}" presName="sibTrans" presStyleLbl="sibTrans2D1" presStyleIdx="0" presStyleCnt="0"/>
      <dgm:spPr/>
    </dgm:pt>
    <dgm:pt modelId="{2A855872-DBF9-4CEC-8357-148DE8287205}" type="pres">
      <dgm:prSet presAssocID="{2603CB97-D5B9-419E-A855-83DC26329C84}" presName="compNode" presStyleCnt="0"/>
      <dgm:spPr/>
    </dgm:pt>
    <dgm:pt modelId="{97C71698-FEF0-4B02-B557-A81A3234DE09}" type="pres">
      <dgm:prSet presAssocID="{2603CB97-D5B9-419E-A855-83DC26329C84}" presName="iconBgRect" presStyleLbl="bgShp" presStyleIdx="5" presStyleCnt="6"/>
      <dgm:spPr/>
    </dgm:pt>
    <dgm:pt modelId="{5FD695C8-92AC-4991-BAE0-D57EBBC6C2DF}" type="pres">
      <dgm:prSet presAssocID="{2603CB97-D5B9-419E-A855-83DC26329C84}" presName="iconRect" presStyleLbl="node1" presStyleIdx="5" presStyleCnt="6"/>
      <dgm:spPr>
        <a:blipFill>
          <a:blip xmlns:r="http://schemas.openxmlformats.org/officeDocument/2006/relationships"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Chat"/>
        </a:ext>
      </dgm:extLst>
    </dgm:pt>
    <dgm:pt modelId="{951BEE38-447F-4FBF-B2C8-B9966D9AD82B}" type="pres">
      <dgm:prSet presAssocID="{2603CB97-D5B9-419E-A855-83DC26329C84}" presName="spaceRect" presStyleCnt="0"/>
      <dgm:spPr/>
    </dgm:pt>
    <dgm:pt modelId="{21A32AF4-0DDE-46A7-BA87-BE21692293D1}" type="pres">
      <dgm:prSet presAssocID="{2603CB97-D5B9-419E-A855-83DC26329C84}" presName="textRect" presStyleLbl="revTx" presStyleIdx="5" presStyleCnt="6">
        <dgm:presLayoutVars>
          <dgm:chMax val="1"/>
          <dgm:chPref val="1"/>
        </dgm:presLayoutVars>
      </dgm:prSet>
      <dgm:spPr/>
    </dgm:pt>
  </dgm:ptLst>
  <dgm:cxnLst>
    <dgm:cxn modelId="{B909DE05-9100-4176-9ACB-24351F808505}" srcId="{7F388161-E0C6-42DF-B47B-7DB94D6BDF92}" destId="{3655FBE4-6AC4-4FEF-8AA3-CF5FC022DE4C}" srcOrd="4" destOrd="0" parTransId="{A21AE2A8-F3F7-490F-958C-CB5CA78F2565}" sibTransId="{EC1A7717-5E0E-4397-976B-EE0AB4FFA515}"/>
    <dgm:cxn modelId="{2AC03211-6BCF-4A3A-A3C1-90EAE635D373}" type="presOf" srcId="{C8D49106-3D93-47CD-981B-D64C0502249A}" destId="{F04603DC-4B75-417A-B54F-43B41D40D0D1}" srcOrd="0" destOrd="0" presId="urn:microsoft.com/office/officeart/2018/2/layout/IconCircleList"/>
    <dgm:cxn modelId="{BC3C3E35-06B6-4D95-B620-E6ABCCF9888E}" type="presOf" srcId="{8912EE86-F5CB-437F-B510-E6796A8A3F88}" destId="{39A394EF-337A-4ED1-BEF7-C46B328A5565}" srcOrd="0" destOrd="0" presId="urn:microsoft.com/office/officeart/2018/2/layout/IconCircleList"/>
    <dgm:cxn modelId="{F38C4839-8827-432A-90B2-8C26531ED675}" type="presOf" srcId="{F839A6D9-D6F1-4E70-8C48-545F17D95EDD}" destId="{BF93B367-4956-4EBF-942A-614DE754DFCC}" srcOrd="0" destOrd="0" presId="urn:microsoft.com/office/officeart/2018/2/layout/IconCircleList"/>
    <dgm:cxn modelId="{7D94ED68-D078-4513-B844-8A37D30D2FCE}" type="presOf" srcId="{7F388161-E0C6-42DF-B47B-7DB94D6BDF92}" destId="{19BBDCEF-2D77-4C53-9A46-6E17E48B2981}" srcOrd="0" destOrd="0" presId="urn:microsoft.com/office/officeart/2018/2/layout/IconCircleList"/>
    <dgm:cxn modelId="{D53E276B-0CA1-4DFF-85BE-B856A4FE654D}" type="presOf" srcId="{2BF0536F-E066-4C97-AF15-CB8516A0C542}" destId="{639500E5-E946-426F-9E07-33C47857C487}" srcOrd="0" destOrd="0" presId="urn:microsoft.com/office/officeart/2018/2/layout/IconCircleList"/>
    <dgm:cxn modelId="{A3CB1551-3CA9-47EA-8892-F1CE57AD56A6}" type="presOf" srcId="{2603CB97-D5B9-419E-A855-83DC26329C84}" destId="{21A32AF4-0DDE-46A7-BA87-BE21692293D1}" srcOrd="0" destOrd="0" presId="urn:microsoft.com/office/officeart/2018/2/layout/IconCircleList"/>
    <dgm:cxn modelId="{C31F8855-FDAE-4AAC-9B0C-FF7558AA9CBC}" type="presOf" srcId="{B6C0EE28-03B7-401A-9E8C-0B3EDE9F958F}" destId="{15C199C7-038B-462D-9DED-DC6F0FEA28FD}" srcOrd="0" destOrd="0" presId="urn:microsoft.com/office/officeart/2018/2/layout/IconCircleList"/>
    <dgm:cxn modelId="{DE577180-1A9F-4C91-A099-FC8C0DCF5D08}" type="presOf" srcId="{3C9D6CB7-005B-478C-A3BF-59C4FDE16484}" destId="{919B76FF-5DC5-4461-9869-380799BDE5E2}" srcOrd="0" destOrd="0" presId="urn:microsoft.com/office/officeart/2018/2/layout/IconCircleList"/>
    <dgm:cxn modelId="{2C490391-CF82-4449-8A5B-BD8ED17C527F}" type="presOf" srcId="{1E542EC9-75DD-4B7F-928E-D3F2DA32AD84}" destId="{5927D75D-33E5-426A-934A-F5A78C673230}" srcOrd="0" destOrd="0" presId="urn:microsoft.com/office/officeart/2018/2/layout/IconCircleList"/>
    <dgm:cxn modelId="{0968959D-25C4-4806-B0D7-70F301BAFA73}" srcId="{7F388161-E0C6-42DF-B47B-7DB94D6BDF92}" destId="{2603CB97-D5B9-419E-A855-83DC26329C84}" srcOrd="5" destOrd="0" parTransId="{5DF1CC6C-A3F1-423A-88C2-303C1BB08A6E}" sibTransId="{418F5F5C-4968-431A-8BF5-AD72533B5DC7}"/>
    <dgm:cxn modelId="{D9DF40A0-1D27-4843-B24D-9284F2A12F8F}" type="presOf" srcId="{EC1A7717-5E0E-4397-976B-EE0AB4FFA515}" destId="{E624D197-7B11-4D0F-9572-6E997F91CDBD}" srcOrd="0" destOrd="0" presId="urn:microsoft.com/office/officeart/2018/2/layout/IconCircleList"/>
    <dgm:cxn modelId="{037AD4A1-6F98-4A87-AF11-03466312E982}" type="presOf" srcId="{3655FBE4-6AC4-4FEF-8AA3-CF5FC022DE4C}" destId="{29C0948D-F6E1-43C0-ADC6-A577EABE798A}" srcOrd="0" destOrd="0" presId="urn:microsoft.com/office/officeart/2018/2/layout/IconCircleList"/>
    <dgm:cxn modelId="{DFD3B2AD-485C-4B86-B974-AD057DDDFD6F}" type="presOf" srcId="{9144B04A-BA05-4F57-AD4D-62B8E6121521}" destId="{F079F45D-A342-4BF6-A68B-BFC5A393D055}" srcOrd="0" destOrd="0" presId="urn:microsoft.com/office/officeart/2018/2/layout/IconCircleList"/>
    <dgm:cxn modelId="{A59A68CC-F0ED-4DC1-93FD-76CFDAE1661D}" srcId="{7F388161-E0C6-42DF-B47B-7DB94D6BDF92}" destId="{1E542EC9-75DD-4B7F-928E-D3F2DA32AD84}" srcOrd="1" destOrd="0" parTransId="{6E1A6A42-DE97-4C72-93BB-67F8356B7D02}" sibTransId="{B6C0EE28-03B7-401A-9E8C-0B3EDE9F958F}"/>
    <dgm:cxn modelId="{3E8328D6-8424-4BCE-A914-0B8A45784F58}" srcId="{7F388161-E0C6-42DF-B47B-7DB94D6BDF92}" destId="{2BF0536F-E066-4C97-AF15-CB8516A0C542}" srcOrd="2" destOrd="0" parTransId="{793C204E-4E7F-4E03-8B82-6B02DE630E24}" sibTransId="{8912EE86-F5CB-437F-B510-E6796A8A3F88}"/>
    <dgm:cxn modelId="{28EDBCE5-40B2-48B2-92A0-6BFD34E3A16B}" srcId="{7F388161-E0C6-42DF-B47B-7DB94D6BDF92}" destId="{C8D49106-3D93-47CD-981B-D64C0502249A}" srcOrd="0" destOrd="0" parTransId="{A4FD5295-3E6B-4BD0-B878-BB0501B50882}" sibTransId="{F839A6D9-D6F1-4E70-8C48-545F17D95EDD}"/>
    <dgm:cxn modelId="{225F25E8-8C6A-4912-8409-4154735D2DFF}" srcId="{7F388161-E0C6-42DF-B47B-7DB94D6BDF92}" destId="{3C9D6CB7-005B-478C-A3BF-59C4FDE16484}" srcOrd="3" destOrd="0" parTransId="{05A1B9A5-A7C4-4C60-9566-F4DB435448DF}" sibTransId="{9144B04A-BA05-4F57-AD4D-62B8E6121521}"/>
    <dgm:cxn modelId="{1A6F3BD8-C921-4143-8530-9DE4B914C6BB}" type="presParOf" srcId="{19BBDCEF-2D77-4C53-9A46-6E17E48B2981}" destId="{9CD74E89-67BB-4461-8C06-9366E80A0D27}" srcOrd="0" destOrd="0" presId="urn:microsoft.com/office/officeart/2018/2/layout/IconCircleList"/>
    <dgm:cxn modelId="{441F7398-0D26-4810-B728-756FDB6CB8E7}" type="presParOf" srcId="{9CD74E89-67BB-4461-8C06-9366E80A0D27}" destId="{8B7E4305-8AC6-42EF-846B-375DD9050323}" srcOrd="0" destOrd="0" presId="urn:microsoft.com/office/officeart/2018/2/layout/IconCircleList"/>
    <dgm:cxn modelId="{7D46C7B7-0B79-41E8-B3E6-433EAB1BA344}" type="presParOf" srcId="{8B7E4305-8AC6-42EF-846B-375DD9050323}" destId="{A85EAB28-A166-4724-BC76-C15E129D0953}" srcOrd="0" destOrd="0" presId="urn:microsoft.com/office/officeart/2018/2/layout/IconCircleList"/>
    <dgm:cxn modelId="{6DF7FBC9-4AC3-4B96-9F30-C0A7E7809146}" type="presParOf" srcId="{8B7E4305-8AC6-42EF-846B-375DD9050323}" destId="{7156FE28-C2E7-4D70-A3A9-6D38A979A920}" srcOrd="1" destOrd="0" presId="urn:microsoft.com/office/officeart/2018/2/layout/IconCircleList"/>
    <dgm:cxn modelId="{83FBB44E-B4FD-46EB-BEB4-4DBD35909B5D}" type="presParOf" srcId="{8B7E4305-8AC6-42EF-846B-375DD9050323}" destId="{7505ECE3-745C-4024-B82B-9639D889BB5D}" srcOrd="2" destOrd="0" presId="urn:microsoft.com/office/officeart/2018/2/layout/IconCircleList"/>
    <dgm:cxn modelId="{AC37A34F-C64B-4C41-B5A6-206692F7E1C0}" type="presParOf" srcId="{8B7E4305-8AC6-42EF-846B-375DD9050323}" destId="{F04603DC-4B75-417A-B54F-43B41D40D0D1}" srcOrd="3" destOrd="0" presId="urn:microsoft.com/office/officeart/2018/2/layout/IconCircleList"/>
    <dgm:cxn modelId="{7C13432C-6D01-417B-A40C-07242732F92E}" type="presParOf" srcId="{9CD74E89-67BB-4461-8C06-9366E80A0D27}" destId="{BF93B367-4956-4EBF-942A-614DE754DFCC}" srcOrd="1" destOrd="0" presId="urn:microsoft.com/office/officeart/2018/2/layout/IconCircleList"/>
    <dgm:cxn modelId="{38DF0398-441F-46B0-9541-5B5CBAAD04E6}" type="presParOf" srcId="{9CD74E89-67BB-4461-8C06-9366E80A0D27}" destId="{5E30CE63-821C-4C43-B074-CC36069F9918}" srcOrd="2" destOrd="0" presId="urn:microsoft.com/office/officeart/2018/2/layout/IconCircleList"/>
    <dgm:cxn modelId="{3B497D37-97A5-43A0-B2C8-9CF519E37E31}" type="presParOf" srcId="{5E30CE63-821C-4C43-B074-CC36069F9918}" destId="{056120B8-A97B-4B5D-A7E2-22692B955ADE}" srcOrd="0" destOrd="0" presId="urn:microsoft.com/office/officeart/2018/2/layout/IconCircleList"/>
    <dgm:cxn modelId="{34F891F5-2D4D-40A9-BD3D-B1213E6137EC}" type="presParOf" srcId="{5E30CE63-821C-4C43-B074-CC36069F9918}" destId="{EB435690-C9D8-48A9-9333-AB63291DB67D}" srcOrd="1" destOrd="0" presId="urn:microsoft.com/office/officeart/2018/2/layout/IconCircleList"/>
    <dgm:cxn modelId="{9EDE847E-44DB-4DFC-8E05-07E9F0B5175C}" type="presParOf" srcId="{5E30CE63-821C-4C43-B074-CC36069F9918}" destId="{4A58BF14-7A30-4D8A-9C5E-C4565240D9F1}" srcOrd="2" destOrd="0" presId="urn:microsoft.com/office/officeart/2018/2/layout/IconCircleList"/>
    <dgm:cxn modelId="{387A71AA-AE7A-4C48-8D6F-B243DB236F66}" type="presParOf" srcId="{5E30CE63-821C-4C43-B074-CC36069F9918}" destId="{5927D75D-33E5-426A-934A-F5A78C673230}" srcOrd="3" destOrd="0" presId="urn:microsoft.com/office/officeart/2018/2/layout/IconCircleList"/>
    <dgm:cxn modelId="{EC318A73-DDA0-4522-A48E-352179D9F73B}" type="presParOf" srcId="{9CD74E89-67BB-4461-8C06-9366E80A0D27}" destId="{15C199C7-038B-462D-9DED-DC6F0FEA28FD}" srcOrd="3" destOrd="0" presId="urn:microsoft.com/office/officeart/2018/2/layout/IconCircleList"/>
    <dgm:cxn modelId="{95434119-D8FE-449B-8A1C-3C2F75D9AD17}" type="presParOf" srcId="{9CD74E89-67BB-4461-8C06-9366E80A0D27}" destId="{2683F1B2-669D-45B9-A546-2EC9CF014FFF}" srcOrd="4" destOrd="0" presId="urn:microsoft.com/office/officeart/2018/2/layout/IconCircleList"/>
    <dgm:cxn modelId="{488968C8-241C-4600-8D60-BCCC51FECCD1}" type="presParOf" srcId="{2683F1B2-669D-45B9-A546-2EC9CF014FFF}" destId="{506731BD-778D-4FCF-8C16-4792C35E688C}" srcOrd="0" destOrd="0" presId="urn:microsoft.com/office/officeart/2018/2/layout/IconCircleList"/>
    <dgm:cxn modelId="{1A51EB85-4E70-4637-BE56-8EA62298EE05}" type="presParOf" srcId="{2683F1B2-669D-45B9-A546-2EC9CF014FFF}" destId="{BC3459D5-87D4-4323-8CEE-839349A39F3D}" srcOrd="1" destOrd="0" presId="urn:microsoft.com/office/officeart/2018/2/layout/IconCircleList"/>
    <dgm:cxn modelId="{C0A637ED-D170-4CC1-976E-71713721A8DD}" type="presParOf" srcId="{2683F1B2-669D-45B9-A546-2EC9CF014FFF}" destId="{A6A3E518-3641-42B4-8226-F95D1555DD96}" srcOrd="2" destOrd="0" presId="urn:microsoft.com/office/officeart/2018/2/layout/IconCircleList"/>
    <dgm:cxn modelId="{FE58A480-70D0-452B-8104-FDB455FCBB3B}" type="presParOf" srcId="{2683F1B2-669D-45B9-A546-2EC9CF014FFF}" destId="{639500E5-E946-426F-9E07-33C47857C487}" srcOrd="3" destOrd="0" presId="urn:microsoft.com/office/officeart/2018/2/layout/IconCircleList"/>
    <dgm:cxn modelId="{5805848F-7916-497F-8105-0CD666CB1FCF}" type="presParOf" srcId="{9CD74E89-67BB-4461-8C06-9366E80A0D27}" destId="{39A394EF-337A-4ED1-BEF7-C46B328A5565}" srcOrd="5" destOrd="0" presId="urn:microsoft.com/office/officeart/2018/2/layout/IconCircleList"/>
    <dgm:cxn modelId="{DEA4D50D-0C12-4436-83F5-4BE3EF3E64C7}" type="presParOf" srcId="{9CD74E89-67BB-4461-8C06-9366E80A0D27}" destId="{AA8C6964-3496-4C70-867F-9B47EC7F2F91}" srcOrd="6" destOrd="0" presId="urn:microsoft.com/office/officeart/2018/2/layout/IconCircleList"/>
    <dgm:cxn modelId="{D349BF4C-D8FA-4489-BE58-06F79221AF47}" type="presParOf" srcId="{AA8C6964-3496-4C70-867F-9B47EC7F2F91}" destId="{C3E1706E-9CE4-4145-B80A-70F18D1942FD}" srcOrd="0" destOrd="0" presId="urn:microsoft.com/office/officeart/2018/2/layout/IconCircleList"/>
    <dgm:cxn modelId="{5E53CAA2-EE00-41F3-9093-FAB085C0C42A}" type="presParOf" srcId="{AA8C6964-3496-4C70-867F-9B47EC7F2F91}" destId="{A364CB8C-A0B8-44BB-A806-AD2DB3804BFC}" srcOrd="1" destOrd="0" presId="urn:microsoft.com/office/officeart/2018/2/layout/IconCircleList"/>
    <dgm:cxn modelId="{D9F67F93-6F24-498E-8641-90020224B9E5}" type="presParOf" srcId="{AA8C6964-3496-4C70-867F-9B47EC7F2F91}" destId="{DF38C525-1039-4E9C-80C6-12D0AC5AD527}" srcOrd="2" destOrd="0" presId="urn:microsoft.com/office/officeart/2018/2/layout/IconCircleList"/>
    <dgm:cxn modelId="{56374F9D-1300-47A3-AB80-69425EA9FE3C}" type="presParOf" srcId="{AA8C6964-3496-4C70-867F-9B47EC7F2F91}" destId="{919B76FF-5DC5-4461-9869-380799BDE5E2}" srcOrd="3" destOrd="0" presId="urn:microsoft.com/office/officeart/2018/2/layout/IconCircleList"/>
    <dgm:cxn modelId="{F33EC127-D004-4736-BD2A-54BC8C2C8B10}" type="presParOf" srcId="{9CD74E89-67BB-4461-8C06-9366E80A0D27}" destId="{F079F45D-A342-4BF6-A68B-BFC5A393D055}" srcOrd="7" destOrd="0" presId="urn:microsoft.com/office/officeart/2018/2/layout/IconCircleList"/>
    <dgm:cxn modelId="{6AB8450D-E90F-429C-BBCB-A4E5845E42FA}" type="presParOf" srcId="{9CD74E89-67BB-4461-8C06-9366E80A0D27}" destId="{D7920320-9226-4385-93E0-00BC29F1B9AB}" srcOrd="8" destOrd="0" presId="urn:microsoft.com/office/officeart/2018/2/layout/IconCircleList"/>
    <dgm:cxn modelId="{4560DA49-4111-4BDB-A501-C5971DFF2611}" type="presParOf" srcId="{D7920320-9226-4385-93E0-00BC29F1B9AB}" destId="{DD796031-B69C-4B79-9D82-8E1088327E5B}" srcOrd="0" destOrd="0" presId="urn:microsoft.com/office/officeart/2018/2/layout/IconCircleList"/>
    <dgm:cxn modelId="{895739A8-BFC2-4651-AC64-D9FAAF1EB9AA}" type="presParOf" srcId="{D7920320-9226-4385-93E0-00BC29F1B9AB}" destId="{5CA8F87C-7793-4AA7-9E56-23A9E3BAD153}" srcOrd="1" destOrd="0" presId="urn:microsoft.com/office/officeart/2018/2/layout/IconCircleList"/>
    <dgm:cxn modelId="{E14F6DDA-05F8-45D7-A6BD-0380993146F1}" type="presParOf" srcId="{D7920320-9226-4385-93E0-00BC29F1B9AB}" destId="{0CBBA892-EA9B-4D60-B0E9-4A6E7D6F4734}" srcOrd="2" destOrd="0" presId="urn:microsoft.com/office/officeart/2018/2/layout/IconCircleList"/>
    <dgm:cxn modelId="{730FC1B2-7DF0-4484-97CA-45ACD072A492}" type="presParOf" srcId="{D7920320-9226-4385-93E0-00BC29F1B9AB}" destId="{29C0948D-F6E1-43C0-ADC6-A577EABE798A}" srcOrd="3" destOrd="0" presId="urn:microsoft.com/office/officeart/2018/2/layout/IconCircleList"/>
    <dgm:cxn modelId="{2E735F3D-6B52-42D5-A5BD-C6A95257032F}" type="presParOf" srcId="{9CD74E89-67BB-4461-8C06-9366E80A0D27}" destId="{E624D197-7B11-4D0F-9572-6E997F91CDBD}" srcOrd="9" destOrd="0" presId="urn:microsoft.com/office/officeart/2018/2/layout/IconCircleList"/>
    <dgm:cxn modelId="{BD443D1C-E837-4233-85E9-468BF7783B40}" type="presParOf" srcId="{9CD74E89-67BB-4461-8C06-9366E80A0D27}" destId="{2A855872-DBF9-4CEC-8357-148DE8287205}" srcOrd="10" destOrd="0" presId="urn:microsoft.com/office/officeart/2018/2/layout/IconCircleList"/>
    <dgm:cxn modelId="{9D36408F-ED70-4B60-A05A-436FBBEC25E1}" type="presParOf" srcId="{2A855872-DBF9-4CEC-8357-148DE8287205}" destId="{97C71698-FEF0-4B02-B557-A81A3234DE09}" srcOrd="0" destOrd="0" presId="urn:microsoft.com/office/officeart/2018/2/layout/IconCircleList"/>
    <dgm:cxn modelId="{F74ABA72-3727-4C29-9B0D-96C68E0B6389}" type="presParOf" srcId="{2A855872-DBF9-4CEC-8357-148DE8287205}" destId="{5FD695C8-92AC-4991-BAE0-D57EBBC6C2DF}" srcOrd="1" destOrd="0" presId="urn:microsoft.com/office/officeart/2018/2/layout/IconCircleList"/>
    <dgm:cxn modelId="{B3E20394-107A-47D6-9620-FA80771DCD86}" type="presParOf" srcId="{2A855872-DBF9-4CEC-8357-148DE8287205}" destId="{951BEE38-447F-4FBF-B2C8-B9966D9AD82B}" srcOrd="2" destOrd="0" presId="urn:microsoft.com/office/officeart/2018/2/layout/IconCircleList"/>
    <dgm:cxn modelId="{41D44D27-9BF3-40F0-8E1F-1940E3158007}" type="presParOf" srcId="{2A855872-DBF9-4CEC-8357-148DE8287205}" destId="{21A32AF4-0DDE-46A7-BA87-BE21692293D1}" srcOrd="3" destOrd="0" presId="urn:microsoft.com/office/officeart/2018/2/layout/IconCircle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4E52222C-F8F8-4A9B-9709-83FD6E82F202}" type="doc">
      <dgm:prSet loTypeId="urn:microsoft.com/office/officeart/2005/8/layout/default" loCatId="list" qsTypeId="urn:microsoft.com/office/officeart/2005/8/quickstyle/simple1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8F38C544-B1F9-4EC7-96EF-DF5444E44093}">
      <dgm:prSet/>
      <dgm:spPr>
        <a:solidFill>
          <a:srgbClr val="00B050"/>
        </a:solidFill>
      </dgm:spPr>
      <dgm:t>
        <a:bodyPr/>
        <a:lstStyle/>
        <a:p>
          <a:r>
            <a:rPr lang="en-US" dirty="0"/>
            <a:t>What went well:</a:t>
          </a:r>
        </a:p>
      </dgm:t>
    </dgm:pt>
    <dgm:pt modelId="{8029D520-D88A-44DC-8D0A-8E363D85594A}" type="parTrans" cxnId="{D713BD94-C3C5-45EC-918B-41A7DCDB7668}">
      <dgm:prSet/>
      <dgm:spPr/>
      <dgm:t>
        <a:bodyPr/>
        <a:lstStyle/>
        <a:p>
          <a:endParaRPr lang="en-US"/>
        </a:p>
      </dgm:t>
    </dgm:pt>
    <dgm:pt modelId="{9666459D-05E3-42A3-9F19-A52630986F66}" type="sibTrans" cxnId="{D713BD94-C3C5-45EC-918B-41A7DCDB7668}">
      <dgm:prSet/>
      <dgm:spPr/>
      <dgm:t>
        <a:bodyPr/>
        <a:lstStyle/>
        <a:p>
          <a:endParaRPr lang="en-US"/>
        </a:p>
      </dgm:t>
    </dgm:pt>
    <dgm:pt modelId="{D722E5B2-CABF-4CE9-83E7-C8EAE83FDE95}">
      <dgm:prSet/>
      <dgm:spPr>
        <a:solidFill>
          <a:srgbClr val="00B050"/>
        </a:solidFill>
      </dgm:spPr>
      <dgm:t>
        <a:bodyPr/>
        <a:lstStyle/>
        <a:p>
          <a:r>
            <a:rPr lang="en-US"/>
            <a:t>Group communication</a:t>
          </a:r>
        </a:p>
      </dgm:t>
    </dgm:pt>
    <dgm:pt modelId="{BCD33F01-ECC8-4E60-947E-8CE69DA5F983}" type="parTrans" cxnId="{A3F58673-F802-4171-B1EE-C7F12225344F}">
      <dgm:prSet/>
      <dgm:spPr/>
      <dgm:t>
        <a:bodyPr/>
        <a:lstStyle/>
        <a:p>
          <a:endParaRPr lang="en-US"/>
        </a:p>
      </dgm:t>
    </dgm:pt>
    <dgm:pt modelId="{0CB1EE8B-737C-49E7-9B17-0908E3D4FDF1}" type="sibTrans" cxnId="{A3F58673-F802-4171-B1EE-C7F12225344F}">
      <dgm:prSet/>
      <dgm:spPr/>
      <dgm:t>
        <a:bodyPr/>
        <a:lstStyle/>
        <a:p>
          <a:endParaRPr lang="en-US"/>
        </a:p>
      </dgm:t>
    </dgm:pt>
    <dgm:pt modelId="{F99F3744-4BDA-4679-A4FD-97885C9411C7}">
      <dgm:prSet/>
      <dgm:spPr>
        <a:solidFill>
          <a:srgbClr val="00B050"/>
        </a:solidFill>
      </dgm:spPr>
      <dgm:t>
        <a:bodyPr/>
        <a:lstStyle/>
        <a:p>
          <a:r>
            <a:rPr lang="en-US" dirty="0"/>
            <a:t>Respecting deadlines</a:t>
          </a:r>
        </a:p>
      </dgm:t>
    </dgm:pt>
    <dgm:pt modelId="{D9E1F475-C3E2-46F7-9F7F-0AFDD08F10A1}" type="parTrans" cxnId="{306E1D3B-649F-4789-8938-62BDD65CF0B0}">
      <dgm:prSet/>
      <dgm:spPr/>
      <dgm:t>
        <a:bodyPr/>
        <a:lstStyle/>
        <a:p>
          <a:endParaRPr lang="en-US"/>
        </a:p>
      </dgm:t>
    </dgm:pt>
    <dgm:pt modelId="{A1840906-8CFC-460D-BD72-6023DBFAC37C}" type="sibTrans" cxnId="{306E1D3B-649F-4789-8938-62BDD65CF0B0}">
      <dgm:prSet/>
      <dgm:spPr/>
      <dgm:t>
        <a:bodyPr/>
        <a:lstStyle/>
        <a:p>
          <a:endParaRPr lang="en-US"/>
        </a:p>
      </dgm:t>
    </dgm:pt>
    <dgm:pt modelId="{58ACDA78-5522-45FA-99A4-DCD9B652FDC5}">
      <dgm:prSet/>
      <dgm:spPr>
        <a:solidFill>
          <a:srgbClr val="C00000"/>
        </a:solidFill>
      </dgm:spPr>
      <dgm:t>
        <a:bodyPr/>
        <a:lstStyle/>
        <a:p>
          <a:r>
            <a:rPr lang="en-US" dirty="0"/>
            <a:t>What could’ve gone better:</a:t>
          </a:r>
        </a:p>
      </dgm:t>
    </dgm:pt>
    <dgm:pt modelId="{9E91DE64-873D-42F2-937C-53020A9BCA6C}" type="parTrans" cxnId="{7205680E-206F-4196-BC3B-371E35B31EFD}">
      <dgm:prSet/>
      <dgm:spPr/>
      <dgm:t>
        <a:bodyPr/>
        <a:lstStyle/>
        <a:p>
          <a:endParaRPr lang="en-US"/>
        </a:p>
      </dgm:t>
    </dgm:pt>
    <dgm:pt modelId="{CA5B4362-A599-4278-AEB5-1E021D72D427}" type="sibTrans" cxnId="{7205680E-206F-4196-BC3B-371E35B31EFD}">
      <dgm:prSet/>
      <dgm:spPr/>
      <dgm:t>
        <a:bodyPr/>
        <a:lstStyle/>
        <a:p>
          <a:endParaRPr lang="en-US"/>
        </a:p>
      </dgm:t>
    </dgm:pt>
    <dgm:pt modelId="{D96DC2A5-3713-4E6D-A906-98B80B062FA2}">
      <dgm:prSet/>
      <dgm:spPr>
        <a:solidFill>
          <a:srgbClr val="C00000"/>
        </a:solidFill>
      </dgm:spPr>
      <dgm:t>
        <a:bodyPr/>
        <a:lstStyle/>
        <a:p>
          <a:r>
            <a:rPr lang="en-US"/>
            <a:t>Equal task distribution</a:t>
          </a:r>
        </a:p>
      </dgm:t>
    </dgm:pt>
    <dgm:pt modelId="{E86CBD32-28FF-40B3-B74A-FF46D5C1AC8C}" type="parTrans" cxnId="{B4FA1456-FD8E-473B-9912-0D29851A84D4}">
      <dgm:prSet/>
      <dgm:spPr/>
      <dgm:t>
        <a:bodyPr/>
        <a:lstStyle/>
        <a:p>
          <a:endParaRPr lang="en-US"/>
        </a:p>
      </dgm:t>
    </dgm:pt>
    <dgm:pt modelId="{38014D0D-3EF3-4FD4-BC9A-3A19094BB59B}" type="sibTrans" cxnId="{B4FA1456-FD8E-473B-9912-0D29851A84D4}">
      <dgm:prSet/>
      <dgm:spPr/>
      <dgm:t>
        <a:bodyPr/>
        <a:lstStyle/>
        <a:p>
          <a:endParaRPr lang="en-US"/>
        </a:p>
      </dgm:t>
    </dgm:pt>
    <dgm:pt modelId="{D1E5F802-5168-4E15-8ED9-6D4743CF61F0}">
      <dgm:prSet/>
      <dgm:spPr>
        <a:solidFill>
          <a:srgbClr val="C00000"/>
        </a:solidFill>
      </dgm:spPr>
      <dgm:t>
        <a:bodyPr/>
        <a:lstStyle/>
        <a:p>
          <a:r>
            <a:rPr lang="en-US" dirty="0"/>
            <a:t>Debugging </a:t>
          </a:r>
        </a:p>
      </dgm:t>
    </dgm:pt>
    <dgm:pt modelId="{3F0C7BA2-495E-4255-B59D-099E2925C551}" type="parTrans" cxnId="{2C634F42-0A2A-4F7D-B7D6-AF30B06BA143}">
      <dgm:prSet/>
      <dgm:spPr/>
      <dgm:t>
        <a:bodyPr/>
        <a:lstStyle/>
        <a:p>
          <a:endParaRPr lang="en-US"/>
        </a:p>
      </dgm:t>
    </dgm:pt>
    <dgm:pt modelId="{92C3ABFE-FDC7-42A3-8138-59DCC8ECD125}" type="sibTrans" cxnId="{2C634F42-0A2A-4F7D-B7D6-AF30B06BA143}">
      <dgm:prSet/>
      <dgm:spPr/>
      <dgm:t>
        <a:bodyPr/>
        <a:lstStyle/>
        <a:p>
          <a:endParaRPr lang="en-US"/>
        </a:p>
      </dgm:t>
    </dgm:pt>
    <dgm:pt modelId="{2D83D90F-11B2-4B64-8911-0B0D47F0B1E8}" type="pres">
      <dgm:prSet presAssocID="{4E52222C-F8F8-4A9B-9709-83FD6E82F202}" presName="diagram" presStyleCnt="0">
        <dgm:presLayoutVars>
          <dgm:dir/>
          <dgm:resizeHandles val="exact"/>
        </dgm:presLayoutVars>
      </dgm:prSet>
      <dgm:spPr/>
    </dgm:pt>
    <dgm:pt modelId="{8F95D62C-20F2-4418-8D47-A741C441DB58}" type="pres">
      <dgm:prSet presAssocID="{8F38C544-B1F9-4EC7-96EF-DF5444E44093}" presName="node" presStyleLbl="node1" presStyleIdx="0" presStyleCnt="2">
        <dgm:presLayoutVars>
          <dgm:bulletEnabled val="1"/>
        </dgm:presLayoutVars>
      </dgm:prSet>
      <dgm:spPr/>
    </dgm:pt>
    <dgm:pt modelId="{E6F27FA0-95A6-4B63-BC0F-9D5E8A59B15F}" type="pres">
      <dgm:prSet presAssocID="{9666459D-05E3-42A3-9F19-A52630986F66}" presName="sibTrans" presStyleCnt="0"/>
      <dgm:spPr/>
    </dgm:pt>
    <dgm:pt modelId="{9737A7AC-0891-4884-998A-836D84696988}" type="pres">
      <dgm:prSet presAssocID="{58ACDA78-5522-45FA-99A4-DCD9B652FDC5}" presName="node" presStyleLbl="node1" presStyleIdx="1" presStyleCnt="2">
        <dgm:presLayoutVars>
          <dgm:bulletEnabled val="1"/>
        </dgm:presLayoutVars>
      </dgm:prSet>
      <dgm:spPr/>
    </dgm:pt>
  </dgm:ptLst>
  <dgm:cxnLst>
    <dgm:cxn modelId="{7205680E-206F-4196-BC3B-371E35B31EFD}" srcId="{4E52222C-F8F8-4A9B-9709-83FD6E82F202}" destId="{58ACDA78-5522-45FA-99A4-DCD9B652FDC5}" srcOrd="1" destOrd="0" parTransId="{9E91DE64-873D-42F2-937C-53020A9BCA6C}" sibTransId="{CA5B4362-A599-4278-AEB5-1E021D72D427}"/>
    <dgm:cxn modelId="{CE32AD25-EDA2-4DEC-83E4-266A3D1B32C9}" type="presOf" srcId="{D96DC2A5-3713-4E6D-A906-98B80B062FA2}" destId="{9737A7AC-0891-4884-998A-836D84696988}" srcOrd="0" destOrd="1" presId="urn:microsoft.com/office/officeart/2005/8/layout/default"/>
    <dgm:cxn modelId="{B57D5336-A3E1-4E0E-9AFD-7B0102ECD170}" type="presOf" srcId="{D722E5B2-CABF-4CE9-83E7-C8EAE83FDE95}" destId="{8F95D62C-20F2-4418-8D47-A741C441DB58}" srcOrd="0" destOrd="1" presId="urn:microsoft.com/office/officeart/2005/8/layout/default"/>
    <dgm:cxn modelId="{306E1D3B-649F-4789-8938-62BDD65CF0B0}" srcId="{8F38C544-B1F9-4EC7-96EF-DF5444E44093}" destId="{F99F3744-4BDA-4679-A4FD-97885C9411C7}" srcOrd="1" destOrd="0" parTransId="{D9E1F475-C3E2-46F7-9F7F-0AFDD08F10A1}" sibTransId="{A1840906-8CFC-460D-BD72-6023DBFAC37C}"/>
    <dgm:cxn modelId="{2C634F42-0A2A-4F7D-B7D6-AF30B06BA143}" srcId="{58ACDA78-5522-45FA-99A4-DCD9B652FDC5}" destId="{D1E5F802-5168-4E15-8ED9-6D4743CF61F0}" srcOrd="1" destOrd="0" parTransId="{3F0C7BA2-495E-4255-B59D-099E2925C551}" sibTransId="{92C3ABFE-FDC7-42A3-8138-59DCC8ECD125}"/>
    <dgm:cxn modelId="{A3F58673-F802-4171-B1EE-C7F12225344F}" srcId="{8F38C544-B1F9-4EC7-96EF-DF5444E44093}" destId="{D722E5B2-CABF-4CE9-83E7-C8EAE83FDE95}" srcOrd="0" destOrd="0" parTransId="{BCD33F01-ECC8-4E60-947E-8CE69DA5F983}" sibTransId="{0CB1EE8B-737C-49E7-9B17-0908E3D4FDF1}"/>
    <dgm:cxn modelId="{B4FA1456-FD8E-473B-9912-0D29851A84D4}" srcId="{58ACDA78-5522-45FA-99A4-DCD9B652FDC5}" destId="{D96DC2A5-3713-4E6D-A906-98B80B062FA2}" srcOrd="0" destOrd="0" parTransId="{E86CBD32-28FF-40B3-B74A-FF46D5C1AC8C}" sibTransId="{38014D0D-3EF3-4FD4-BC9A-3A19094BB59B}"/>
    <dgm:cxn modelId="{24AEE078-525F-43A7-873C-9FEC7E00ED86}" type="presOf" srcId="{D1E5F802-5168-4E15-8ED9-6D4743CF61F0}" destId="{9737A7AC-0891-4884-998A-836D84696988}" srcOrd="0" destOrd="2" presId="urn:microsoft.com/office/officeart/2005/8/layout/default"/>
    <dgm:cxn modelId="{D713BD94-C3C5-45EC-918B-41A7DCDB7668}" srcId="{4E52222C-F8F8-4A9B-9709-83FD6E82F202}" destId="{8F38C544-B1F9-4EC7-96EF-DF5444E44093}" srcOrd="0" destOrd="0" parTransId="{8029D520-D88A-44DC-8D0A-8E363D85594A}" sibTransId="{9666459D-05E3-42A3-9F19-A52630986F66}"/>
    <dgm:cxn modelId="{F531F4A0-8D72-43D3-9AB6-9A70C0D76296}" type="presOf" srcId="{8F38C544-B1F9-4EC7-96EF-DF5444E44093}" destId="{8F95D62C-20F2-4418-8D47-A741C441DB58}" srcOrd="0" destOrd="0" presId="urn:microsoft.com/office/officeart/2005/8/layout/default"/>
    <dgm:cxn modelId="{BF9CF5A5-2B7D-4EA8-85D5-E776B077B171}" type="presOf" srcId="{4E52222C-F8F8-4A9B-9709-83FD6E82F202}" destId="{2D83D90F-11B2-4B64-8911-0B0D47F0B1E8}" srcOrd="0" destOrd="0" presId="urn:microsoft.com/office/officeart/2005/8/layout/default"/>
    <dgm:cxn modelId="{762902DA-38BE-4C59-BB8B-A968BF534EB0}" type="presOf" srcId="{58ACDA78-5522-45FA-99A4-DCD9B652FDC5}" destId="{9737A7AC-0891-4884-998A-836D84696988}" srcOrd="0" destOrd="0" presId="urn:microsoft.com/office/officeart/2005/8/layout/default"/>
    <dgm:cxn modelId="{F55EEFF2-A45F-45CE-80A0-9EF6CACDF912}" type="presOf" srcId="{F99F3744-4BDA-4679-A4FD-97885C9411C7}" destId="{8F95D62C-20F2-4418-8D47-A741C441DB58}" srcOrd="0" destOrd="2" presId="urn:microsoft.com/office/officeart/2005/8/layout/default"/>
    <dgm:cxn modelId="{330D8DD8-63F9-4641-8CBE-74E1F733C29E}" type="presParOf" srcId="{2D83D90F-11B2-4B64-8911-0B0D47F0B1E8}" destId="{8F95D62C-20F2-4418-8D47-A741C441DB58}" srcOrd="0" destOrd="0" presId="urn:microsoft.com/office/officeart/2005/8/layout/default"/>
    <dgm:cxn modelId="{250F77E9-2C91-442B-86C0-6CDD23129164}" type="presParOf" srcId="{2D83D90F-11B2-4B64-8911-0B0D47F0B1E8}" destId="{E6F27FA0-95A6-4B63-BC0F-9D5E8A59B15F}" srcOrd="1" destOrd="0" presId="urn:microsoft.com/office/officeart/2005/8/layout/default"/>
    <dgm:cxn modelId="{C7CE66BF-54A9-445F-9568-B6880DE73602}" type="presParOf" srcId="{2D83D90F-11B2-4B64-8911-0B0D47F0B1E8}" destId="{9737A7AC-0891-4884-998A-836D84696988}" srcOrd="2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5FDAC51-A147-444A-AE0C-1B54254FC235}">
      <dsp:nvSpPr>
        <dsp:cNvPr id="0" name=""/>
        <dsp:cNvSpPr/>
      </dsp:nvSpPr>
      <dsp:spPr>
        <a:xfrm>
          <a:off x="0" y="2297"/>
          <a:ext cx="6900512" cy="1164535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6FDCEFD-A52F-4238-A633-ABECD4766C6D}">
      <dsp:nvSpPr>
        <dsp:cNvPr id="0" name=""/>
        <dsp:cNvSpPr/>
      </dsp:nvSpPr>
      <dsp:spPr>
        <a:xfrm>
          <a:off x="352272" y="264318"/>
          <a:ext cx="640494" cy="640494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99D259F-CCBC-422F-AC8E-DA40378F29F3}">
      <dsp:nvSpPr>
        <dsp:cNvPr id="0" name=""/>
        <dsp:cNvSpPr/>
      </dsp:nvSpPr>
      <dsp:spPr>
        <a:xfrm>
          <a:off x="1345038" y="2297"/>
          <a:ext cx="5555473" cy="116453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3247" tIns="123247" rIns="123247" bIns="123247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Why our product</a:t>
          </a:r>
        </a:p>
      </dsp:txBody>
      <dsp:txXfrm>
        <a:off x="1345038" y="2297"/>
        <a:ext cx="5555473" cy="1164535"/>
      </dsp:txXfrm>
    </dsp:sp>
    <dsp:sp modelId="{3EF11159-4B20-4421-8F1E-4AEA8AA37D20}">
      <dsp:nvSpPr>
        <dsp:cNvPr id="0" name=""/>
        <dsp:cNvSpPr/>
      </dsp:nvSpPr>
      <dsp:spPr>
        <a:xfrm>
          <a:off x="0" y="1457967"/>
          <a:ext cx="6900512" cy="1164535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234EEE4-9E87-4CBE-8FC4-AC193E53A4CE}">
      <dsp:nvSpPr>
        <dsp:cNvPr id="0" name=""/>
        <dsp:cNvSpPr/>
      </dsp:nvSpPr>
      <dsp:spPr>
        <a:xfrm>
          <a:off x="352272" y="1719988"/>
          <a:ext cx="640494" cy="640494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F6FC3EA-C05D-4EC8-B400-2BEEAF2C96D5}">
      <dsp:nvSpPr>
        <dsp:cNvPr id="0" name=""/>
        <dsp:cNvSpPr/>
      </dsp:nvSpPr>
      <dsp:spPr>
        <a:xfrm>
          <a:off x="1345038" y="1457967"/>
          <a:ext cx="5555473" cy="116453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3247" tIns="123247" rIns="123247" bIns="123247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Demo</a:t>
          </a:r>
        </a:p>
      </dsp:txBody>
      <dsp:txXfrm>
        <a:off x="1345038" y="1457967"/>
        <a:ext cx="5555473" cy="1164535"/>
      </dsp:txXfrm>
    </dsp:sp>
    <dsp:sp modelId="{BABE1552-B0B7-4DDF-B3EF-A7E5AD029E35}">
      <dsp:nvSpPr>
        <dsp:cNvPr id="0" name=""/>
        <dsp:cNvSpPr/>
      </dsp:nvSpPr>
      <dsp:spPr>
        <a:xfrm>
          <a:off x="0" y="2913637"/>
          <a:ext cx="6900512" cy="1164535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F3C24F9-7E69-4ACC-AE9C-723AB2A5B692}">
      <dsp:nvSpPr>
        <dsp:cNvPr id="0" name=""/>
        <dsp:cNvSpPr/>
      </dsp:nvSpPr>
      <dsp:spPr>
        <a:xfrm>
          <a:off x="352272" y="3175658"/>
          <a:ext cx="640494" cy="640494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7465A85-8F89-46D9-9B2C-4CE3BB8274C6}">
      <dsp:nvSpPr>
        <dsp:cNvPr id="0" name=""/>
        <dsp:cNvSpPr/>
      </dsp:nvSpPr>
      <dsp:spPr>
        <a:xfrm>
          <a:off x="1345038" y="2913637"/>
          <a:ext cx="5555473" cy="116453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3247" tIns="123247" rIns="123247" bIns="123247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Group reflection</a:t>
          </a:r>
        </a:p>
      </dsp:txBody>
      <dsp:txXfrm>
        <a:off x="1345038" y="2913637"/>
        <a:ext cx="5555473" cy="1164535"/>
      </dsp:txXfrm>
    </dsp:sp>
    <dsp:sp modelId="{E60E5192-5194-4FB5-A8CF-997C548ED154}">
      <dsp:nvSpPr>
        <dsp:cNvPr id="0" name=""/>
        <dsp:cNvSpPr/>
      </dsp:nvSpPr>
      <dsp:spPr>
        <a:xfrm>
          <a:off x="0" y="4369307"/>
          <a:ext cx="6900512" cy="1164535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CF62BDF-B841-4854-A647-E2EF6CCB85DB}">
      <dsp:nvSpPr>
        <dsp:cNvPr id="0" name=""/>
        <dsp:cNvSpPr/>
      </dsp:nvSpPr>
      <dsp:spPr>
        <a:xfrm>
          <a:off x="352272" y="4631327"/>
          <a:ext cx="640494" cy="640494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6422958-E507-4E54-BF92-79C3D98FF61A}">
      <dsp:nvSpPr>
        <dsp:cNvPr id="0" name=""/>
        <dsp:cNvSpPr/>
      </dsp:nvSpPr>
      <dsp:spPr>
        <a:xfrm>
          <a:off x="1345038" y="4369307"/>
          <a:ext cx="5555473" cy="116453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3247" tIns="123247" rIns="123247" bIns="123247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 dirty="0"/>
            <a:t>Individual reflection</a:t>
          </a:r>
        </a:p>
      </dsp:txBody>
      <dsp:txXfrm>
        <a:off x="1345038" y="4369307"/>
        <a:ext cx="5555473" cy="1164535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3423170-3A0D-4FD6-8BF5-7012F2217F40}">
      <dsp:nvSpPr>
        <dsp:cNvPr id="0" name=""/>
        <dsp:cNvSpPr/>
      </dsp:nvSpPr>
      <dsp:spPr>
        <a:xfrm>
          <a:off x="3731" y="1066279"/>
          <a:ext cx="1818067" cy="1154473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EE34106-2ED8-4556-9F33-0064EAECCBCC}">
      <dsp:nvSpPr>
        <dsp:cNvPr id="0" name=""/>
        <dsp:cNvSpPr/>
      </dsp:nvSpPr>
      <dsp:spPr>
        <a:xfrm>
          <a:off x="205738" y="1258187"/>
          <a:ext cx="1818067" cy="1154473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82880" tIns="182880" rIns="182880" bIns="182880" numCol="1" spcCol="1270" anchor="ctr" anchorCtr="0">
          <a:noAutofit/>
        </a:bodyPr>
        <a:lstStyle/>
        <a:p>
          <a:pPr marL="0" lvl="0" indent="0" algn="ctr" defTabSz="2133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800" kern="1200"/>
            <a:t>Damian: </a:t>
          </a:r>
        </a:p>
      </dsp:txBody>
      <dsp:txXfrm>
        <a:off x="239551" y="1292000"/>
        <a:ext cx="1750441" cy="1086847"/>
      </dsp:txXfrm>
    </dsp:sp>
    <dsp:sp modelId="{063F0BF2-B90D-4C2E-98D9-E5217F4C9A31}">
      <dsp:nvSpPr>
        <dsp:cNvPr id="0" name=""/>
        <dsp:cNvSpPr/>
      </dsp:nvSpPr>
      <dsp:spPr>
        <a:xfrm>
          <a:off x="2225813" y="1066279"/>
          <a:ext cx="1818067" cy="1154473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7B18E6D-CF7A-42BC-B60A-59AB3709FB72}">
      <dsp:nvSpPr>
        <dsp:cNvPr id="0" name=""/>
        <dsp:cNvSpPr/>
      </dsp:nvSpPr>
      <dsp:spPr>
        <a:xfrm>
          <a:off x="2427821" y="1258187"/>
          <a:ext cx="1818067" cy="1154473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82880" tIns="182880" rIns="182880" bIns="182880" numCol="1" spcCol="1270" anchor="ctr" anchorCtr="0">
          <a:noAutofit/>
        </a:bodyPr>
        <a:lstStyle/>
        <a:p>
          <a:pPr marL="0" lvl="0" indent="0" algn="ctr" defTabSz="2133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800" kern="1200"/>
            <a:t>Iuri:</a:t>
          </a:r>
        </a:p>
      </dsp:txBody>
      <dsp:txXfrm>
        <a:off x="2461634" y="1292000"/>
        <a:ext cx="1750441" cy="1086847"/>
      </dsp:txXfrm>
    </dsp:sp>
    <dsp:sp modelId="{6D052955-3FFF-431F-8ACB-B325F1E122B2}">
      <dsp:nvSpPr>
        <dsp:cNvPr id="0" name=""/>
        <dsp:cNvSpPr/>
      </dsp:nvSpPr>
      <dsp:spPr>
        <a:xfrm>
          <a:off x="4447896" y="1066279"/>
          <a:ext cx="1818067" cy="1154473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C0C780E-43B8-4FB5-8F37-26AA5259A841}">
      <dsp:nvSpPr>
        <dsp:cNvPr id="0" name=""/>
        <dsp:cNvSpPr/>
      </dsp:nvSpPr>
      <dsp:spPr>
        <a:xfrm>
          <a:off x="4649904" y="1258187"/>
          <a:ext cx="1818067" cy="1154473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82880" tIns="182880" rIns="182880" bIns="182880" numCol="1" spcCol="1270" anchor="ctr" anchorCtr="0">
          <a:noAutofit/>
        </a:bodyPr>
        <a:lstStyle/>
        <a:p>
          <a:pPr marL="0" lvl="0" indent="0" algn="ctr" defTabSz="2133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800" kern="1200"/>
            <a:t>Benjamin:</a:t>
          </a:r>
        </a:p>
      </dsp:txBody>
      <dsp:txXfrm>
        <a:off x="4683717" y="1292000"/>
        <a:ext cx="1750441" cy="1086847"/>
      </dsp:txXfrm>
    </dsp:sp>
    <dsp:sp modelId="{BA9AD447-6081-4FD6-ADCD-E387A10F31C2}">
      <dsp:nvSpPr>
        <dsp:cNvPr id="0" name=""/>
        <dsp:cNvSpPr/>
      </dsp:nvSpPr>
      <dsp:spPr>
        <a:xfrm>
          <a:off x="6669979" y="1066279"/>
          <a:ext cx="1818067" cy="1154473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4EF099A-A5C6-4569-9DF2-660F93404B07}">
      <dsp:nvSpPr>
        <dsp:cNvPr id="0" name=""/>
        <dsp:cNvSpPr/>
      </dsp:nvSpPr>
      <dsp:spPr>
        <a:xfrm>
          <a:off x="6871987" y="1258187"/>
          <a:ext cx="1818067" cy="1154473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82880" tIns="182880" rIns="182880" bIns="182880" numCol="1" spcCol="1270" anchor="ctr" anchorCtr="0">
          <a:noAutofit/>
        </a:bodyPr>
        <a:lstStyle/>
        <a:p>
          <a:pPr marL="0" lvl="0" indent="0" algn="ctr" defTabSz="2133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800" kern="1200"/>
            <a:t>Liander:</a:t>
          </a:r>
        </a:p>
      </dsp:txBody>
      <dsp:txXfrm>
        <a:off x="6905800" y="1292000"/>
        <a:ext cx="1750441" cy="1086847"/>
      </dsp:txXfrm>
    </dsp:sp>
    <dsp:sp modelId="{E7005CDA-3DC1-40E2-9565-A8B2F891873B}">
      <dsp:nvSpPr>
        <dsp:cNvPr id="0" name=""/>
        <dsp:cNvSpPr/>
      </dsp:nvSpPr>
      <dsp:spPr>
        <a:xfrm>
          <a:off x="8892062" y="1066279"/>
          <a:ext cx="1818067" cy="1154473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A78740A-AFDC-4553-BEFE-0516599CB54E}">
      <dsp:nvSpPr>
        <dsp:cNvPr id="0" name=""/>
        <dsp:cNvSpPr/>
      </dsp:nvSpPr>
      <dsp:spPr>
        <a:xfrm>
          <a:off x="9094070" y="1258187"/>
          <a:ext cx="1818067" cy="1154473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82880" tIns="182880" rIns="182880" bIns="182880" numCol="1" spcCol="1270" anchor="ctr" anchorCtr="0">
          <a:noAutofit/>
        </a:bodyPr>
        <a:lstStyle/>
        <a:p>
          <a:pPr marL="0" lvl="0" indent="0" algn="ctr" defTabSz="2133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800" kern="1200" dirty="0"/>
            <a:t>Mark:</a:t>
          </a:r>
        </a:p>
      </dsp:txBody>
      <dsp:txXfrm>
        <a:off x="9127883" y="1292000"/>
        <a:ext cx="1750441" cy="1086847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85EAB28-A166-4724-BC76-C15E129D0953}">
      <dsp:nvSpPr>
        <dsp:cNvPr id="0" name=""/>
        <dsp:cNvSpPr/>
      </dsp:nvSpPr>
      <dsp:spPr>
        <a:xfrm>
          <a:off x="82613" y="867317"/>
          <a:ext cx="897246" cy="897246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156FE28-C2E7-4D70-A3A9-6D38A979A920}">
      <dsp:nvSpPr>
        <dsp:cNvPr id="0" name=""/>
        <dsp:cNvSpPr/>
      </dsp:nvSpPr>
      <dsp:spPr>
        <a:xfrm>
          <a:off x="271034" y="1055739"/>
          <a:ext cx="520402" cy="520402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04603DC-4B75-417A-B54F-43B41D40D0D1}">
      <dsp:nvSpPr>
        <dsp:cNvPr id="0" name=""/>
        <dsp:cNvSpPr/>
      </dsp:nvSpPr>
      <dsp:spPr>
        <a:xfrm>
          <a:off x="1172126" y="867317"/>
          <a:ext cx="2114937" cy="89724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10668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/>
            <a:t>User Friendly Interface</a:t>
          </a:r>
        </a:p>
      </dsp:txBody>
      <dsp:txXfrm>
        <a:off x="1172126" y="867317"/>
        <a:ext cx="2114937" cy="897246"/>
      </dsp:txXfrm>
    </dsp:sp>
    <dsp:sp modelId="{056120B8-A97B-4B5D-A7E2-22692B955ADE}">
      <dsp:nvSpPr>
        <dsp:cNvPr id="0" name=""/>
        <dsp:cNvSpPr/>
      </dsp:nvSpPr>
      <dsp:spPr>
        <a:xfrm>
          <a:off x="3655575" y="867317"/>
          <a:ext cx="897246" cy="897246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B435690-C9D8-48A9-9333-AB63291DB67D}">
      <dsp:nvSpPr>
        <dsp:cNvPr id="0" name=""/>
        <dsp:cNvSpPr/>
      </dsp:nvSpPr>
      <dsp:spPr>
        <a:xfrm>
          <a:off x="3843996" y="1055739"/>
          <a:ext cx="520402" cy="520402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927D75D-33E5-426A-934A-F5A78C673230}">
      <dsp:nvSpPr>
        <dsp:cNvPr id="0" name=""/>
        <dsp:cNvSpPr/>
      </dsp:nvSpPr>
      <dsp:spPr>
        <a:xfrm>
          <a:off x="4745088" y="867317"/>
          <a:ext cx="2114937" cy="89724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10668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/>
            <a:t>Well Documented</a:t>
          </a:r>
        </a:p>
      </dsp:txBody>
      <dsp:txXfrm>
        <a:off x="4745088" y="867317"/>
        <a:ext cx="2114937" cy="897246"/>
      </dsp:txXfrm>
    </dsp:sp>
    <dsp:sp modelId="{506731BD-778D-4FCF-8C16-4792C35E688C}">
      <dsp:nvSpPr>
        <dsp:cNvPr id="0" name=""/>
        <dsp:cNvSpPr/>
      </dsp:nvSpPr>
      <dsp:spPr>
        <a:xfrm>
          <a:off x="7228536" y="867317"/>
          <a:ext cx="897246" cy="897246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C3459D5-87D4-4323-8CEE-839349A39F3D}">
      <dsp:nvSpPr>
        <dsp:cNvPr id="0" name=""/>
        <dsp:cNvSpPr/>
      </dsp:nvSpPr>
      <dsp:spPr>
        <a:xfrm>
          <a:off x="7416958" y="1055739"/>
          <a:ext cx="520402" cy="520402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39500E5-E946-426F-9E07-33C47857C487}">
      <dsp:nvSpPr>
        <dsp:cNvPr id="0" name=""/>
        <dsp:cNvSpPr/>
      </dsp:nvSpPr>
      <dsp:spPr>
        <a:xfrm>
          <a:off x="8318049" y="867317"/>
          <a:ext cx="2114937" cy="89724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10668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/>
            <a:t>System designed for wider audience</a:t>
          </a:r>
        </a:p>
      </dsp:txBody>
      <dsp:txXfrm>
        <a:off x="8318049" y="867317"/>
        <a:ext cx="2114937" cy="897246"/>
      </dsp:txXfrm>
    </dsp:sp>
    <dsp:sp modelId="{C3E1706E-9CE4-4145-B80A-70F18D1942FD}">
      <dsp:nvSpPr>
        <dsp:cNvPr id="0" name=""/>
        <dsp:cNvSpPr/>
      </dsp:nvSpPr>
      <dsp:spPr>
        <a:xfrm>
          <a:off x="82613" y="2487396"/>
          <a:ext cx="897246" cy="897246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364CB8C-A0B8-44BB-A806-AD2DB3804BFC}">
      <dsp:nvSpPr>
        <dsp:cNvPr id="0" name=""/>
        <dsp:cNvSpPr/>
      </dsp:nvSpPr>
      <dsp:spPr>
        <a:xfrm>
          <a:off x="271034" y="2675818"/>
          <a:ext cx="520402" cy="520402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19B76FF-5DC5-4461-9869-380799BDE5E2}">
      <dsp:nvSpPr>
        <dsp:cNvPr id="0" name=""/>
        <dsp:cNvSpPr/>
      </dsp:nvSpPr>
      <dsp:spPr>
        <a:xfrm>
          <a:off x="1172126" y="2487396"/>
          <a:ext cx="2114937" cy="89724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10668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/>
            <a:t>Secure</a:t>
          </a:r>
        </a:p>
      </dsp:txBody>
      <dsp:txXfrm>
        <a:off x="1172126" y="2487396"/>
        <a:ext cx="2114937" cy="897246"/>
      </dsp:txXfrm>
    </dsp:sp>
    <dsp:sp modelId="{DD796031-B69C-4B79-9D82-8E1088327E5B}">
      <dsp:nvSpPr>
        <dsp:cNvPr id="0" name=""/>
        <dsp:cNvSpPr/>
      </dsp:nvSpPr>
      <dsp:spPr>
        <a:xfrm>
          <a:off x="3655575" y="2487396"/>
          <a:ext cx="897246" cy="897246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CA8F87C-7793-4AA7-9E56-23A9E3BAD153}">
      <dsp:nvSpPr>
        <dsp:cNvPr id="0" name=""/>
        <dsp:cNvSpPr/>
      </dsp:nvSpPr>
      <dsp:spPr>
        <a:xfrm>
          <a:off x="3843996" y="2675818"/>
          <a:ext cx="520402" cy="520402"/>
        </a:xfrm>
        <a:prstGeom prst="rect">
          <a:avLst/>
        </a:prstGeom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9C0948D-F6E1-43C0-ADC6-A577EABE798A}">
      <dsp:nvSpPr>
        <dsp:cNvPr id="0" name=""/>
        <dsp:cNvSpPr/>
      </dsp:nvSpPr>
      <dsp:spPr>
        <a:xfrm>
          <a:off x="4745088" y="2487396"/>
          <a:ext cx="2114937" cy="89724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10668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/>
            <a:t>Designed to reduce Mario’s workload</a:t>
          </a:r>
        </a:p>
      </dsp:txBody>
      <dsp:txXfrm>
        <a:off x="4745088" y="2487396"/>
        <a:ext cx="2114937" cy="897246"/>
      </dsp:txXfrm>
    </dsp:sp>
    <dsp:sp modelId="{97C71698-FEF0-4B02-B557-A81A3234DE09}">
      <dsp:nvSpPr>
        <dsp:cNvPr id="0" name=""/>
        <dsp:cNvSpPr/>
      </dsp:nvSpPr>
      <dsp:spPr>
        <a:xfrm>
          <a:off x="7228536" y="2487396"/>
          <a:ext cx="897246" cy="897246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FD695C8-92AC-4991-BAE0-D57EBBC6C2DF}">
      <dsp:nvSpPr>
        <dsp:cNvPr id="0" name=""/>
        <dsp:cNvSpPr/>
      </dsp:nvSpPr>
      <dsp:spPr>
        <a:xfrm>
          <a:off x="7416958" y="2675818"/>
          <a:ext cx="520402" cy="520402"/>
        </a:xfrm>
        <a:prstGeom prst="rect">
          <a:avLst/>
        </a:prstGeom>
        <a:blipFill>
          <a:blip xmlns:r="http://schemas.openxmlformats.org/officeDocument/2006/relationships"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1A32AF4-0DDE-46A7-BA87-BE21692293D1}">
      <dsp:nvSpPr>
        <dsp:cNvPr id="0" name=""/>
        <dsp:cNvSpPr/>
      </dsp:nvSpPr>
      <dsp:spPr>
        <a:xfrm>
          <a:off x="8318049" y="2487396"/>
          <a:ext cx="2114937" cy="89724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10668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/>
            <a:t>Dynamically generated menu’s</a:t>
          </a:r>
        </a:p>
      </dsp:txBody>
      <dsp:txXfrm>
        <a:off x="8318049" y="2487396"/>
        <a:ext cx="2114937" cy="897246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F95D62C-20F2-4418-8D47-A741C441DB58}">
      <dsp:nvSpPr>
        <dsp:cNvPr id="0" name=""/>
        <dsp:cNvSpPr/>
      </dsp:nvSpPr>
      <dsp:spPr>
        <a:xfrm>
          <a:off x="1332" y="180440"/>
          <a:ext cx="5196763" cy="3118058"/>
        </a:xfrm>
        <a:prstGeom prst="rect">
          <a:avLst/>
        </a:prstGeom>
        <a:solidFill>
          <a:srgbClr val="00B050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28600" tIns="228600" rIns="228600" bIns="228600" numCol="1" spcCol="1270" anchor="t" anchorCtr="0">
          <a:noAutofit/>
        </a:bodyPr>
        <a:lstStyle/>
        <a:p>
          <a:pPr marL="0" lvl="0" indent="0" algn="l" defTabSz="2667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6000" kern="1200" dirty="0"/>
            <a:t>What went well:</a:t>
          </a:r>
        </a:p>
        <a:p>
          <a:pPr marL="285750" lvl="1" indent="-285750" algn="l" defTabSz="20891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4700" kern="1200"/>
            <a:t>Group communication</a:t>
          </a:r>
        </a:p>
        <a:p>
          <a:pPr marL="285750" lvl="1" indent="-285750" algn="l" defTabSz="20891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4700" kern="1200" dirty="0"/>
            <a:t>Respecting deadlines</a:t>
          </a:r>
        </a:p>
      </dsp:txBody>
      <dsp:txXfrm>
        <a:off x="1332" y="180440"/>
        <a:ext cx="5196763" cy="3118058"/>
      </dsp:txXfrm>
    </dsp:sp>
    <dsp:sp modelId="{9737A7AC-0891-4884-998A-836D84696988}">
      <dsp:nvSpPr>
        <dsp:cNvPr id="0" name=""/>
        <dsp:cNvSpPr/>
      </dsp:nvSpPr>
      <dsp:spPr>
        <a:xfrm>
          <a:off x="5717772" y="180440"/>
          <a:ext cx="5196763" cy="3118058"/>
        </a:xfrm>
        <a:prstGeom prst="rect">
          <a:avLst/>
        </a:prstGeom>
        <a:solidFill>
          <a:srgbClr val="C00000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28600" tIns="228600" rIns="228600" bIns="228600" numCol="1" spcCol="1270" anchor="t" anchorCtr="0">
          <a:noAutofit/>
        </a:bodyPr>
        <a:lstStyle/>
        <a:p>
          <a:pPr marL="0" lvl="0" indent="0" algn="l" defTabSz="2667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6000" kern="1200" dirty="0"/>
            <a:t>What could’ve gone better:</a:t>
          </a:r>
        </a:p>
        <a:p>
          <a:pPr marL="285750" lvl="1" indent="-285750" algn="l" defTabSz="20891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4700" kern="1200"/>
            <a:t>Equal task distribution</a:t>
          </a:r>
        </a:p>
        <a:p>
          <a:pPr marL="285750" lvl="1" indent="-285750" algn="l" defTabSz="20891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4700" kern="1200" dirty="0"/>
            <a:t>Debugging </a:t>
          </a:r>
        </a:p>
      </dsp:txBody>
      <dsp:txXfrm>
        <a:off x="5717772" y="180440"/>
        <a:ext cx="5196763" cy="3118058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18/2/layout/IconCircleList">
  <dgm:title val="Icon Circle List"/>
  <dgm:desc val="Use to show non-sequential or grouped chunks of information accompanied by related visuals. Circular shapes can hold an icon or small picture and corresponding text box shows Level 1 text. Works best for icons or small pictures with medium-length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alg type="sp"/>
    <dgm:shape xmlns:r="http://schemas.openxmlformats.org/officeDocument/2006/relationships" r:blip="">
      <dgm:adjLst/>
    </dgm:shape>
    <dgm:presOf/>
    <dgm:choose name="Name0">
      <dgm:if name="Name1" axis="ch" ptType="node" func="cnt" op="lte" val="3">
        <dgm:constrLst>
          <dgm:constr type="w" for="ch" forName="container" refType="w"/>
          <dgm:constr type="h" for="ch" forName="container" refType="h" fact="0.4"/>
        </dgm:constrLst>
      </dgm:if>
      <dgm:else name="Name2">
        <dgm:constrLst>
          <dgm:constr type="w" for="ch" forName="container" refType="w"/>
          <dgm:constr type="h" for="ch" forName="container" refType="h"/>
        </dgm:constrLst>
      </dgm:else>
    </dgm:choose>
    <dgm:ruleLst>
      <dgm:rule type="h" for="ch" forName="container" val="INF" fact="NaN" max="NaN"/>
    </dgm:ruleLst>
    <dgm:layoutNode name="container">
      <dgm:varLst>
        <dgm:dir/>
        <dgm:resizeHandles val="exact"/>
      </dgm:varLst>
      <dgm:choose name="Name3">
        <dgm:if name="Name4" axis="self" func="var" arg="dir" op="equ" val="norm">
          <dgm:alg type="snake">
            <dgm:param type="grDir" val="tL"/>
            <dgm:param type="flowDir" val="row"/>
            <dgm:param type="contDir" val="sameDir"/>
          </dgm:alg>
        </dgm:if>
        <dgm:else name="Name5">
          <dgm:alg type="snake">
            <dgm:param type="grDir" val="tR"/>
            <dgm:param type="flowDir" val="row"/>
            <dgm:param type="contDir" val="sameDi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compNode" refType="w"/>
        <dgm:constr type="h" for="ch" forName="compNode" refType="w" fact="0.28"/>
        <dgm:constr type="w" for="ch" forName="sibTrans" refType="w" refFor="ch" refForName="compNode" fact="0.115"/>
        <dgm:constr type="sp" refType="h" op="equ" fact="0.17"/>
        <dgm:constr type="primFontSz" for="des" ptType="node" op="equ" val="24"/>
        <dgm:constr type="h" for="des" forName="compNode" op="equ"/>
        <dgm:constr type="h" for="des" forName="iconBgRect" op="equ"/>
      </dgm:constrLst>
      <dgm:ruleLst>
        <dgm:rule type="w" for="ch" forName="compNode" val="60" fact="NaN" max="NaN"/>
      </dgm:ruleLst>
      <dgm:forEach name="Name6" axis="ch" ptType="node">
        <dgm:layoutNode name="compNode">
          <dgm:alg type="composite"/>
          <dgm:shape xmlns:r="http://schemas.openxmlformats.org/officeDocument/2006/relationships" r:blip="">
            <dgm:adjLst/>
          </dgm:shape>
          <dgm:presOf axis="self"/>
          <dgm:constrLst>
            <dgm:constr type="w" for="ch" forName="iconBgRect" refType="w" fact="0.28"/>
            <dgm:constr type="h" for="ch" forName="iconBgRect" refType="w" refFor="ch" refForName="iconBgRect"/>
            <dgm:constr type="t" for="ch" forName="iconBgRect"/>
            <dgm:constr type="l" for="ch" forName="iconBgRect"/>
            <dgm:constr type="w" for="ch" forName="iconRect" refType="w" refFor="ch" refForName="iconBgRect" fact="0.58"/>
            <dgm:constr type="h" for="ch" forName="iconRect" refType="w" refFor="ch" refForName="iconRect"/>
            <dgm:constr type="ctrX" for="ch" forName="iconRect" refType="ctrX" refFor="ch" refForName="iconBgRect"/>
            <dgm:constr type="ctrY" for="ch" forName="iconRect" refType="ctrY" refFor="ch" refForName="iconBgRect"/>
            <dgm:constr type="w" for="ch" forName="spaceRect" refType="w" fact="0.06"/>
            <dgm:constr type="h" for="ch" forName="spaceRect" refType="h" refFor="ch" refForName="iconBgRect"/>
            <dgm:constr type="t" for="ch" forName="spaceRect" refType="t" refFor="ch" refForName="iconBgRect"/>
            <dgm:constr type="l" for="ch" forName="spaceRect" refType="r" refFor="ch" refForName="iconBgRect"/>
            <dgm:constr type="h" for="ch" forName="textRect" refType="h" refFor="ch" refForName="iconBgRect"/>
            <dgm:constr type="t" for="ch" forName="textRect" refType="t" refFor="ch" refForName="iconBgRect"/>
            <dgm:constr type="l" for="ch" forName="textRect" refType="r" refFor="ch" refForName="spaceRect"/>
          </dgm:constrLst>
          <dgm:ruleLst/>
          <dgm:layoutNode name="iconBgRect" styleLbl="bgShp">
            <dgm:alg type="sp"/>
            <dgm:shape xmlns:r="http://schemas.openxmlformats.org/officeDocument/2006/relationships" type="ellipse" r:blip="">
              <dgm:adjLst/>
            </dgm:shape>
            <dgm:presOf/>
            <dgm:constrLst/>
            <dgm:ruleLst/>
          </dgm:layoutNode>
          <dgm:layoutNode name="iconRect" styleLbl="node1">
            <dgm:alg type="sp"/>
            <dgm:shape xmlns:r="http://schemas.openxmlformats.org/officeDocument/2006/relationships" type="rect" r:blip="" blipPhldr="1">
              <dgm:adjLst/>
            </dgm:shape>
            <dgm:presOf/>
            <dgm:constrLst/>
            <dgm:ruleLst/>
          </dgm:layoutNode>
          <dgm:layoutNode name="spaceRect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  <dgm:layoutNode name="textRect" styleLbl="revTx">
            <dgm:varLst>
              <dgm:chMax val="1"/>
              <dgm:chPref val="1"/>
            </dgm:varLst>
            <dgm:choose name="Name7">
              <dgm:if name="Name8" func="var" arg="dir" op="equ" val="norm">
                <dgm:alg type="tx">
                  <dgm:param type="txAnchorVert" val="mid"/>
                  <dgm:param type="parTxLTRAlign" val="l"/>
                  <dgm:param type="shpTxLTRAlignCh" val="l"/>
                  <dgm:param type="parTxRTLAlign" val="l"/>
                  <dgm:param type="shpTxRTLAlignCh" val="l"/>
                </dgm:alg>
              </dgm:if>
              <dgm:else name="Name9">
                <dgm:alg type="tx">
                  <dgm:param type="txAnchorVert" val="mid"/>
                  <dgm:param type="parTxLTRAlign" val="r"/>
                  <dgm:param type="shpTxLTRAlignCh" val="r"/>
                  <dgm:param type="parTxRTLAlign" val="r"/>
                  <dgm:param type="shpTxRTLAlignCh" val="r"/>
                </dgm:alg>
              </dgm:else>
            </dgm:choose>
            <dgm:shape xmlns:r="http://schemas.openxmlformats.org/officeDocument/2006/relationships" type="rect" r:blip="">
              <dgm:adjLst/>
            </dgm:shape>
            <dgm:presOf axis="self" ptType="node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11" fact="NaN" max="NaN"/>
            </dgm:ruleLst>
          </dgm:layoutNode>
        </dgm:layoutNode>
        <dgm:forEach name="Name10" axis="followSib" ptType="sibTrans" cnt="1">
          <dgm:layoutNode name="sibTrans">
            <dgm:alg type="sp"/>
            <dgm:shape xmlns:r="http://schemas.openxmlformats.org/officeDocument/2006/relationships" type="rect" r:blip="" hideGeom="1">
              <dgm:adjLst/>
            </dgm:shape>
            <dgm:presOf axis="self"/>
            <dgm:constrLst/>
            <dgm:ruleLst/>
          </dgm:layoutNode>
        </dgm:forEach>
      </dgm:forEach>
    </dgm:layoutNode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1-06T08:30:47.380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1 0 128,'0'6'0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1-06T09:35:29.813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1 0 128,'0'6'0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11BC869-7E80-40C6-98E3-BFFD71577285}" type="datetimeFigureOut">
              <a:rPr lang="en-US" smtClean="0"/>
              <a:t>11/7/2024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2505DCA-D673-47EB-BBCC-30A3858F23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99730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2505DCA-D673-47EB-BBCC-30A3858F234A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212365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 descr="Tag=AccentColor&#10;Flavor=Light&#10;Target=FillAndLine">
            <a:extLst>
              <a:ext uri="{FF2B5EF4-FFF2-40B4-BE49-F238E27FC236}">
                <a16:creationId xmlns:a16="http://schemas.microsoft.com/office/drawing/2014/main" id="{DA381740-063A-41A4-836D-85D14980EEF0}"/>
              </a:ext>
            </a:extLst>
          </p:cNvPr>
          <p:cNvSpPr/>
          <p:nvPr/>
        </p:nvSpPr>
        <p:spPr>
          <a:xfrm>
            <a:off x="838200" y="4736883"/>
            <a:ext cx="4243589" cy="27432"/>
          </a:xfrm>
          <a:custGeom>
            <a:avLst/>
            <a:gdLst>
              <a:gd name="connsiteX0" fmla="*/ 0 w 4243589"/>
              <a:gd name="connsiteY0" fmla="*/ 0 h 27432"/>
              <a:gd name="connsiteX1" fmla="*/ 563791 w 4243589"/>
              <a:gd name="connsiteY1" fmla="*/ 0 h 27432"/>
              <a:gd name="connsiteX2" fmla="*/ 1042710 w 4243589"/>
              <a:gd name="connsiteY2" fmla="*/ 0 h 27432"/>
              <a:gd name="connsiteX3" fmla="*/ 1564066 w 4243589"/>
              <a:gd name="connsiteY3" fmla="*/ 0 h 27432"/>
              <a:gd name="connsiteX4" fmla="*/ 2212729 w 4243589"/>
              <a:gd name="connsiteY4" fmla="*/ 0 h 27432"/>
              <a:gd name="connsiteX5" fmla="*/ 2776520 w 4243589"/>
              <a:gd name="connsiteY5" fmla="*/ 0 h 27432"/>
              <a:gd name="connsiteX6" fmla="*/ 3297875 w 4243589"/>
              <a:gd name="connsiteY6" fmla="*/ 0 h 27432"/>
              <a:gd name="connsiteX7" fmla="*/ 4243589 w 4243589"/>
              <a:gd name="connsiteY7" fmla="*/ 0 h 27432"/>
              <a:gd name="connsiteX8" fmla="*/ 4243589 w 4243589"/>
              <a:gd name="connsiteY8" fmla="*/ 27432 h 27432"/>
              <a:gd name="connsiteX9" fmla="*/ 3637362 w 4243589"/>
              <a:gd name="connsiteY9" fmla="*/ 27432 h 27432"/>
              <a:gd name="connsiteX10" fmla="*/ 3116007 w 4243589"/>
              <a:gd name="connsiteY10" fmla="*/ 27432 h 27432"/>
              <a:gd name="connsiteX11" fmla="*/ 2424908 w 4243589"/>
              <a:gd name="connsiteY11" fmla="*/ 27432 h 27432"/>
              <a:gd name="connsiteX12" fmla="*/ 1861117 w 4243589"/>
              <a:gd name="connsiteY12" fmla="*/ 27432 h 27432"/>
              <a:gd name="connsiteX13" fmla="*/ 1382198 w 4243589"/>
              <a:gd name="connsiteY13" fmla="*/ 27432 h 27432"/>
              <a:gd name="connsiteX14" fmla="*/ 733535 w 4243589"/>
              <a:gd name="connsiteY14" fmla="*/ 27432 h 27432"/>
              <a:gd name="connsiteX15" fmla="*/ 0 w 4243589"/>
              <a:gd name="connsiteY15" fmla="*/ 27432 h 27432"/>
              <a:gd name="connsiteX16" fmla="*/ 0 w 4243589"/>
              <a:gd name="connsiteY16" fmla="*/ 0 h 274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4243589" h="27432" fill="none" extrusionOk="0">
                <a:moveTo>
                  <a:pt x="0" y="0"/>
                </a:moveTo>
                <a:cubicBezTo>
                  <a:pt x="157351" y="-15653"/>
                  <a:pt x="378877" y="-5828"/>
                  <a:pt x="563791" y="0"/>
                </a:cubicBezTo>
                <a:cubicBezTo>
                  <a:pt x="748705" y="5828"/>
                  <a:pt x="905659" y="-5525"/>
                  <a:pt x="1042710" y="0"/>
                </a:cubicBezTo>
                <a:cubicBezTo>
                  <a:pt x="1179761" y="5525"/>
                  <a:pt x="1356845" y="-21288"/>
                  <a:pt x="1564066" y="0"/>
                </a:cubicBezTo>
                <a:cubicBezTo>
                  <a:pt x="1771287" y="21288"/>
                  <a:pt x="1912099" y="25135"/>
                  <a:pt x="2212729" y="0"/>
                </a:cubicBezTo>
                <a:cubicBezTo>
                  <a:pt x="2513359" y="-25135"/>
                  <a:pt x="2514918" y="-27119"/>
                  <a:pt x="2776520" y="0"/>
                </a:cubicBezTo>
                <a:cubicBezTo>
                  <a:pt x="3038122" y="27119"/>
                  <a:pt x="3178771" y="18116"/>
                  <a:pt x="3297875" y="0"/>
                </a:cubicBezTo>
                <a:cubicBezTo>
                  <a:pt x="3416980" y="-18116"/>
                  <a:pt x="4012240" y="-40869"/>
                  <a:pt x="4243589" y="0"/>
                </a:cubicBezTo>
                <a:cubicBezTo>
                  <a:pt x="4242616" y="8304"/>
                  <a:pt x="4243111" y="21512"/>
                  <a:pt x="4243589" y="27432"/>
                </a:cubicBezTo>
                <a:cubicBezTo>
                  <a:pt x="4112949" y="6289"/>
                  <a:pt x="3928037" y="10975"/>
                  <a:pt x="3637362" y="27432"/>
                </a:cubicBezTo>
                <a:cubicBezTo>
                  <a:pt x="3346687" y="43889"/>
                  <a:pt x="3254446" y="35813"/>
                  <a:pt x="3116007" y="27432"/>
                </a:cubicBezTo>
                <a:cubicBezTo>
                  <a:pt x="2977569" y="19051"/>
                  <a:pt x="2620228" y="38017"/>
                  <a:pt x="2424908" y="27432"/>
                </a:cubicBezTo>
                <a:cubicBezTo>
                  <a:pt x="2229588" y="16847"/>
                  <a:pt x="2088287" y="5290"/>
                  <a:pt x="1861117" y="27432"/>
                </a:cubicBezTo>
                <a:cubicBezTo>
                  <a:pt x="1633947" y="49574"/>
                  <a:pt x="1502447" y="8273"/>
                  <a:pt x="1382198" y="27432"/>
                </a:cubicBezTo>
                <a:cubicBezTo>
                  <a:pt x="1261949" y="46591"/>
                  <a:pt x="1045440" y="37497"/>
                  <a:pt x="733535" y="27432"/>
                </a:cubicBezTo>
                <a:cubicBezTo>
                  <a:pt x="421630" y="17367"/>
                  <a:pt x="341257" y="-9215"/>
                  <a:pt x="0" y="27432"/>
                </a:cubicBezTo>
                <a:cubicBezTo>
                  <a:pt x="-1048" y="14992"/>
                  <a:pt x="-1120" y="7447"/>
                  <a:pt x="0" y="0"/>
                </a:cubicBezTo>
                <a:close/>
              </a:path>
              <a:path w="4243589" h="27432" stroke="0" extrusionOk="0">
                <a:moveTo>
                  <a:pt x="0" y="0"/>
                </a:moveTo>
                <a:cubicBezTo>
                  <a:pt x="128164" y="17204"/>
                  <a:pt x="312653" y="1129"/>
                  <a:pt x="563791" y="0"/>
                </a:cubicBezTo>
                <a:cubicBezTo>
                  <a:pt x="814929" y="-1129"/>
                  <a:pt x="837271" y="8503"/>
                  <a:pt x="1042710" y="0"/>
                </a:cubicBezTo>
                <a:cubicBezTo>
                  <a:pt x="1248149" y="-8503"/>
                  <a:pt x="1588432" y="-28862"/>
                  <a:pt x="1733809" y="0"/>
                </a:cubicBezTo>
                <a:cubicBezTo>
                  <a:pt x="1879186" y="28862"/>
                  <a:pt x="2052815" y="5974"/>
                  <a:pt x="2297600" y="0"/>
                </a:cubicBezTo>
                <a:cubicBezTo>
                  <a:pt x="2542385" y="-5974"/>
                  <a:pt x="2699960" y="-23550"/>
                  <a:pt x="2861391" y="0"/>
                </a:cubicBezTo>
                <a:cubicBezTo>
                  <a:pt x="3022822" y="23550"/>
                  <a:pt x="3390411" y="25272"/>
                  <a:pt x="3552490" y="0"/>
                </a:cubicBezTo>
                <a:cubicBezTo>
                  <a:pt x="3714569" y="-25272"/>
                  <a:pt x="3950585" y="-31327"/>
                  <a:pt x="4243589" y="0"/>
                </a:cubicBezTo>
                <a:cubicBezTo>
                  <a:pt x="4244074" y="9333"/>
                  <a:pt x="4244867" y="19699"/>
                  <a:pt x="4243589" y="27432"/>
                </a:cubicBezTo>
                <a:cubicBezTo>
                  <a:pt x="4130424" y="7904"/>
                  <a:pt x="3932803" y="51393"/>
                  <a:pt x="3722234" y="27432"/>
                </a:cubicBezTo>
                <a:cubicBezTo>
                  <a:pt x="3511665" y="3471"/>
                  <a:pt x="3269903" y="55138"/>
                  <a:pt x="3116007" y="27432"/>
                </a:cubicBezTo>
                <a:cubicBezTo>
                  <a:pt x="2962111" y="-274"/>
                  <a:pt x="2744280" y="32368"/>
                  <a:pt x="2509780" y="27432"/>
                </a:cubicBezTo>
                <a:cubicBezTo>
                  <a:pt x="2275280" y="22496"/>
                  <a:pt x="2066059" y="52808"/>
                  <a:pt x="1945989" y="27432"/>
                </a:cubicBezTo>
                <a:cubicBezTo>
                  <a:pt x="1825919" y="2056"/>
                  <a:pt x="1407329" y="21760"/>
                  <a:pt x="1254890" y="27432"/>
                </a:cubicBezTo>
                <a:cubicBezTo>
                  <a:pt x="1102451" y="33104"/>
                  <a:pt x="837950" y="40817"/>
                  <a:pt x="563791" y="27432"/>
                </a:cubicBezTo>
                <a:cubicBezTo>
                  <a:pt x="289632" y="14047"/>
                  <a:pt x="132768" y="16249"/>
                  <a:pt x="0" y="27432"/>
                </a:cubicBezTo>
                <a:cubicBezTo>
                  <a:pt x="211" y="18145"/>
                  <a:pt x="120" y="6480"/>
                  <a:pt x="0" y="0"/>
                </a:cubicBezTo>
                <a:close/>
              </a:path>
            </a:pathLst>
          </a:custGeom>
          <a:solidFill>
            <a:schemeClr val="tx1"/>
          </a:solidFill>
          <a:ln w="38100" cap="rnd">
            <a:solidFill>
              <a:schemeClr val="tx1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4EF9DF8-704A-44AE-8850-307DDACC938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41248" y="448056"/>
            <a:ext cx="10515600" cy="4069080"/>
          </a:xfrm>
        </p:spPr>
        <p:txBody>
          <a:bodyPr anchor="b">
            <a:noAutofit/>
          </a:bodyPr>
          <a:lstStyle>
            <a:lvl1pPr algn="l">
              <a:defRPr sz="9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CC72E09-06F3-48B9-9B95-DE15EC98017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41248" y="4983480"/>
            <a:ext cx="10515600" cy="1124712"/>
          </a:xfrm>
        </p:spPr>
        <p:txBody>
          <a:bodyPr>
            <a:normAutofit/>
          </a:bodyPr>
          <a:lstStyle>
            <a:lvl1pPr marL="0" indent="0" algn="l">
              <a:buNone/>
              <a:defRPr sz="28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11CD474-E5E1-4D01-97F6-0C9FC09332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345051-2045-45DA-935E-2E3CA1A69ADC}" type="datetimeFigureOut">
              <a:rPr lang="en-US" smtClean="0"/>
              <a:t>11/6/2024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636BBC7-EB9B-4B36-88E9-DBF65D270E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8786C7-DD8D-492F-9A9A-A7B3EBE27F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CD31F4-64FA-4BA0-9498-67783267A8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096997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5D02BC-5A24-47F7-A4DF-B93FBC0C51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E9219E-EE74-4093-94D6-F663E059C50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929384"/>
            <a:ext cx="10515600" cy="4251960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2A61642-BFBA-48AE-A29C-C2AA7386AE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345051-2045-45DA-935E-2E3CA1A69ADC}" type="datetimeFigureOut">
              <a:rPr lang="en-US" smtClean="0"/>
              <a:t>11/6/2024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AD2029B-6646-4DBF-A302-76A513FC64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E6D4DFD-766F-4E45-A00C-2B5E8CE9A9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CD31F4-64FA-4BA0-9498-67783267A8C8}" type="slidenum">
              <a:rPr lang="en-US" smtClean="0"/>
              <a:t>‹#›</a:t>
            </a:fld>
            <a:endParaRPr lang="en-US"/>
          </a:p>
        </p:txBody>
      </p:sp>
      <p:sp>
        <p:nvSpPr>
          <p:cNvPr id="8" name="Rectangle 7" descr="Tag=AccentColor&#10;Flavor=Light&#10;Target=FillAndLine">
            <a:extLst>
              <a:ext uri="{FF2B5EF4-FFF2-40B4-BE49-F238E27FC236}">
                <a16:creationId xmlns:a16="http://schemas.microsoft.com/office/drawing/2014/main" id="{EBDD1931-9E86-4402-9A68-33A2D9EFB198}"/>
              </a:ext>
            </a:extLst>
          </p:cNvPr>
          <p:cNvSpPr/>
          <p:nvPr/>
        </p:nvSpPr>
        <p:spPr>
          <a:xfrm>
            <a:off x="838199" y="1709928"/>
            <a:ext cx="10515600" cy="27432"/>
          </a:xfrm>
          <a:custGeom>
            <a:avLst/>
            <a:gdLst>
              <a:gd name="connsiteX0" fmla="*/ 0 w 10515600"/>
              <a:gd name="connsiteY0" fmla="*/ 0 h 27432"/>
              <a:gd name="connsiteX1" fmla="*/ 446913 w 10515600"/>
              <a:gd name="connsiteY1" fmla="*/ 0 h 27432"/>
              <a:gd name="connsiteX2" fmla="*/ 1104138 w 10515600"/>
              <a:gd name="connsiteY2" fmla="*/ 0 h 27432"/>
              <a:gd name="connsiteX3" fmla="*/ 1866519 w 10515600"/>
              <a:gd name="connsiteY3" fmla="*/ 0 h 27432"/>
              <a:gd name="connsiteX4" fmla="*/ 2208276 w 10515600"/>
              <a:gd name="connsiteY4" fmla="*/ 0 h 27432"/>
              <a:gd name="connsiteX5" fmla="*/ 2550033 w 10515600"/>
              <a:gd name="connsiteY5" fmla="*/ 0 h 27432"/>
              <a:gd name="connsiteX6" fmla="*/ 3417570 w 10515600"/>
              <a:gd name="connsiteY6" fmla="*/ 0 h 27432"/>
              <a:gd name="connsiteX7" fmla="*/ 4074795 w 10515600"/>
              <a:gd name="connsiteY7" fmla="*/ 0 h 27432"/>
              <a:gd name="connsiteX8" fmla="*/ 4416552 w 10515600"/>
              <a:gd name="connsiteY8" fmla="*/ 0 h 27432"/>
              <a:gd name="connsiteX9" fmla="*/ 5073777 w 10515600"/>
              <a:gd name="connsiteY9" fmla="*/ 0 h 27432"/>
              <a:gd name="connsiteX10" fmla="*/ 5941314 w 10515600"/>
              <a:gd name="connsiteY10" fmla="*/ 0 h 27432"/>
              <a:gd name="connsiteX11" fmla="*/ 6493383 w 10515600"/>
              <a:gd name="connsiteY11" fmla="*/ 0 h 27432"/>
              <a:gd name="connsiteX12" fmla="*/ 7045452 w 10515600"/>
              <a:gd name="connsiteY12" fmla="*/ 0 h 27432"/>
              <a:gd name="connsiteX13" fmla="*/ 7702677 w 10515600"/>
              <a:gd name="connsiteY13" fmla="*/ 0 h 27432"/>
              <a:gd name="connsiteX14" fmla="*/ 8465058 w 10515600"/>
              <a:gd name="connsiteY14" fmla="*/ 0 h 27432"/>
              <a:gd name="connsiteX15" fmla="*/ 9227439 w 10515600"/>
              <a:gd name="connsiteY15" fmla="*/ 0 h 27432"/>
              <a:gd name="connsiteX16" fmla="*/ 10515600 w 10515600"/>
              <a:gd name="connsiteY16" fmla="*/ 0 h 27432"/>
              <a:gd name="connsiteX17" fmla="*/ 10515600 w 10515600"/>
              <a:gd name="connsiteY17" fmla="*/ 27432 h 27432"/>
              <a:gd name="connsiteX18" fmla="*/ 10068687 w 10515600"/>
              <a:gd name="connsiteY18" fmla="*/ 27432 h 27432"/>
              <a:gd name="connsiteX19" fmla="*/ 9201150 w 10515600"/>
              <a:gd name="connsiteY19" fmla="*/ 27432 h 27432"/>
              <a:gd name="connsiteX20" fmla="*/ 8543925 w 10515600"/>
              <a:gd name="connsiteY20" fmla="*/ 27432 h 27432"/>
              <a:gd name="connsiteX21" fmla="*/ 8202168 w 10515600"/>
              <a:gd name="connsiteY21" fmla="*/ 27432 h 27432"/>
              <a:gd name="connsiteX22" fmla="*/ 7544943 w 10515600"/>
              <a:gd name="connsiteY22" fmla="*/ 27432 h 27432"/>
              <a:gd name="connsiteX23" fmla="*/ 6992874 w 10515600"/>
              <a:gd name="connsiteY23" fmla="*/ 27432 h 27432"/>
              <a:gd name="connsiteX24" fmla="*/ 6440805 w 10515600"/>
              <a:gd name="connsiteY24" fmla="*/ 27432 h 27432"/>
              <a:gd name="connsiteX25" fmla="*/ 5888736 w 10515600"/>
              <a:gd name="connsiteY25" fmla="*/ 27432 h 27432"/>
              <a:gd name="connsiteX26" fmla="*/ 5336667 w 10515600"/>
              <a:gd name="connsiteY26" fmla="*/ 27432 h 27432"/>
              <a:gd name="connsiteX27" fmla="*/ 4574286 w 10515600"/>
              <a:gd name="connsiteY27" fmla="*/ 27432 h 27432"/>
              <a:gd name="connsiteX28" fmla="*/ 3917061 w 10515600"/>
              <a:gd name="connsiteY28" fmla="*/ 27432 h 27432"/>
              <a:gd name="connsiteX29" fmla="*/ 3575304 w 10515600"/>
              <a:gd name="connsiteY29" fmla="*/ 27432 h 27432"/>
              <a:gd name="connsiteX30" fmla="*/ 3023235 w 10515600"/>
              <a:gd name="connsiteY30" fmla="*/ 27432 h 27432"/>
              <a:gd name="connsiteX31" fmla="*/ 2260854 w 10515600"/>
              <a:gd name="connsiteY31" fmla="*/ 27432 h 27432"/>
              <a:gd name="connsiteX32" fmla="*/ 1813941 w 10515600"/>
              <a:gd name="connsiteY32" fmla="*/ 27432 h 27432"/>
              <a:gd name="connsiteX33" fmla="*/ 946404 w 10515600"/>
              <a:gd name="connsiteY33" fmla="*/ 27432 h 27432"/>
              <a:gd name="connsiteX34" fmla="*/ 0 w 10515600"/>
              <a:gd name="connsiteY34" fmla="*/ 27432 h 27432"/>
              <a:gd name="connsiteX35" fmla="*/ 0 w 10515600"/>
              <a:gd name="connsiteY35" fmla="*/ 0 h 274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10515600" h="27432" fill="none" extrusionOk="0">
                <a:moveTo>
                  <a:pt x="0" y="0"/>
                </a:moveTo>
                <a:cubicBezTo>
                  <a:pt x="119693" y="-14343"/>
                  <a:pt x="253007" y="-7583"/>
                  <a:pt x="446913" y="0"/>
                </a:cubicBezTo>
                <a:cubicBezTo>
                  <a:pt x="640819" y="7583"/>
                  <a:pt x="841419" y="-7067"/>
                  <a:pt x="1104138" y="0"/>
                </a:cubicBezTo>
                <a:cubicBezTo>
                  <a:pt x="1366858" y="7067"/>
                  <a:pt x="1495525" y="1255"/>
                  <a:pt x="1866519" y="0"/>
                </a:cubicBezTo>
                <a:cubicBezTo>
                  <a:pt x="2237513" y="-1255"/>
                  <a:pt x="2043820" y="12003"/>
                  <a:pt x="2208276" y="0"/>
                </a:cubicBezTo>
                <a:cubicBezTo>
                  <a:pt x="2372732" y="-12003"/>
                  <a:pt x="2419452" y="9887"/>
                  <a:pt x="2550033" y="0"/>
                </a:cubicBezTo>
                <a:cubicBezTo>
                  <a:pt x="2680614" y="-9887"/>
                  <a:pt x="3098156" y="3827"/>
                  <a:pt x="3417570" y="0"/>
                </a:cubicBezTo>
                <a:cubicBezTo>
                  <a:pt x="3736984" y="-3827"/>
                  <a:pt x="3916040" y="-6233"/>
                  <a:pt x="4074795" y="0"/>
                </a:cubicBezTo>
                <a:cubicBezTo>
                  <a:pt x="4233551" y="6233"/>
                  <a:pt x="4279253" y="5661"/>
                  <a:pt x="4416552" y="0"/>
                </a:cubicBezTo>
                <a:cubicBezTo>
                  <a:pt x="4553851" y="-5661"/>
                  <a:pt x="4915758" y="26022"/>
                  <a:pt x="5073777" y="0"/>
                </a:cubicBezTo>
                <a:cubicBezTo>
                  <a:pt x="5231797" y="-26022"/>
                  <a:pt x="5612089" y="32230"/>
                  <a:pt x="5941314" y="0"/>
                </a:cubicBezTo>
                <a:cubicBezTo>
                  <a:pt x="6270539" y="-32230"/>
                  <a:pt x="6313600" y="3064"/>
                  <a:pt x="6493383" y="0"/>
                </a:cubicBezTo>
                <a:cubicBezTo>
                  <a:pt x="6673166" y="-3064"/>
                  <a:pt x="6902474" y="-21096"/>
                  <a:pt x="7045452" y="0"/>
                </a:cubicBezTo>
                <a:cubicBezTo>
                  <a:pt x="7188430" y="21096"/>
                  <a:pt x="7478162" y="17386"/>
                  <a:pt x="7702677" y="0"/>
                </a:cubicBezTo>
                <a:cubicBezTo>
                  <a:pt x="7927192" y="-17386"/>
                  <a:pt x="8295683" y="-35143"/>
                  <a:pt x="8465058" y="0"/>
                </a:cubicBezTo>
                <a:cubicBezTo>
                  <a:pt x="8634433" y="35143"/>
                  <a:pt x="8927835" y="4103"/>
                  <a:pt x="9227439" y="0"/>
                </a:cubicBezTo>
                <a:cubicBezTo>
                  <a:pt x="9527043" y="-4103"/>
                  <a:pt x="10105355" y="-17535"/>
                  <a:pt x="10515600" y="0"/>
                </a:cubicBezTo>
                <a:cubicBezTo>
                  <a:pt x="10515789" y="12323"/>
                  <a:pt x="10515633" y="14639"/>
                  <a:pt x="10515600" y="27432"/>
                </a:cubicBezTo>
                <a:cubicBezTo>
                  <a:pt x="10343646" y="15282"/>
                  <a:pt x="10223667" y="31057"/>
                  <a:pt x="10068687" y="27432"/>
                </a:cubicBezTo>
                <a:cubicBezTo>
                  <a:pt x="9913707" y="23807"/>
                  <a:pt x="9512455" y="4101"/>
                  <a:pt x="9201150" y="27432"/>
                </a:cubicBezTo>
                <a:cubicBezTo>
                  <a:pt x="8889845" y="50763"/>
                  <a:pt x="8866277" y="3158"/>
                  <a:pt x="8543925" y="27432"/>
                </a:cubicBezTo>
                <a:cubicBezTo>
                  <a:pt x="8221573" y="51706"/>
                  <a:pt x="8288348" y="37286"/>
                  <a:pt x="8202168" y="27432"/>
                </a:cubicBezTo>
                <a:cubicBezTo>
                  <a:pt x="8115988" y="17578"/>
                  <a:pt x="7797033" y="6631"/>
                  <a:pt x="7544943" y="27432"/>
                </a:cubicBezTo>
                <a:cubicBezTo>
                  <a:pt x="7292854" y="48233"/>
                  <a:pt x="7108060" y="41767"/>
                  <a:pt x="6992874" y="27432"/>
                </a:cubicBezTo>
                <a:cubicBezTo>
                  <a:pt x="6877688" y="13097"/>
                  <a:pt x="6668930" y="7947"/>
                  <a:pt x="6440805" y="27432"/>
                </a:cubicBezTo>
                <a:cubicBezTo>
                  <a:pt x="6212680" y="46917"/>
                  <a:pt x="6027476" y="35225"/>
                  <a:pt x="5888736" y="27432"/>
                </a:cubicBezTo>
                <a:cubicBezTo>
                  <a:pt x="5749996" y="19639"/>
                  <a:pt x="5574559" y="43627"/>
                  <a:pt x="5336667" y="27432"/>
                </a:cubicBezTo>
                <a:cubicBezTo>
                  <a:pt x="5098775" y="11237"/>
                  <a:pt x="4837534" y="41882"/>
                  <a:pt x="4574286" y="27432"/>
                </a:cubicBezTo>
                <a:cubicBezTo>
                  <a:pt x="4311038" y="12982"/>
                  <a:pt x="4126419" y="26678"/>
                  <a:pt x="3917061" y="27432"/>
                </a:cubicBezTo>
                <a:cubicBezTo>
                  <a:pt x="3707704" y="28186"/>
                  <a:pt x="3657291" y="40087"/>
                  <a:pt x="3575304" y="27432"/>
                </a:cubicBezTo>
                <a:cubicBezTo>
                  <a:pt x="3493317" y="14777"/>
                  <a:pt x="3185226" y="45867"/>
                  <a:pt x="3023235" y="27432"/>
                </a:cubicBezTo>
                <a:cubicBezTo>
                  <a:pt x="2861244" y="8997"/>
                  <a:pt x="2597085" y="35801"/>
                  <a:pt x="2260854" y="27432"/>
                </a:cubicBezTo>
                <a:cubicBezTo>
                  <a:pt x="1924623" y="19063"/>
                  <a:pt x="1996678" y="15705"/>
                  <a:pt x="1813941" y="27432"/>
                </a:cubicBezTo>
                <a:cubicBezTo>
                  <a:pt x="1631204" y="39159"/>
                  <a:pt x="1187542" y="49167"/>
                  <a:pt x="946404" y="27432"/>
                </a:cubicBezTo>
                <a:cubicBezTo>
                  <a:pt x="705266" y="5697"/>
                  <a:pt x="404743" y="28229"/>
                  <a:pt x="0" y="27432"/>
                </a:cubicBezTo>
                <a:cubicBezTo>
                  <a:pt x="244" y="15297"/>
                  <a:pt x="645" y="7129"/>
                  <a:pt x="0" y="0"/>
                </a:cubicBezTo>
                <a:close/>
              </a:path>
              <a:path w="10515600" h="27432" stroke="0" extrusionOk="0">
                <a:moveTo>
                  <a:pt x="0" y="0"/>
                </a:moveTo>
                <a:cubicBezTo>
                  <a:pt x="230793" y="14353"/>
                  <a:pt x="332416" y="21392"/>
                  <a:pt x="552069" y="0"/>
                </a:cubicBezTo>
                <a:cubicBezTo>
                  <a:pt x="771722" y="-21392"/>
                  <a:pt x="761737" y="-14337"/>
                  <a:pt x="893826" y="0"/>
                </a:cubicBezTo>
                <a:cubicBezTo>
                  <a:pt x="1025915" y="14337"/>
                  <a:pt x="1441584" y="-15498"/>
                  <a:pt x="1761363" y="0"/>
                </a:cubicBezTo>
                <a:cubicBezTo>
                  <a:pt x="2081142" y="15498"/>
                  <a:pt x="2111503" y="7278"/>
                  <a:pt x="2313432" y="0"/>
                </a:cubicBezTo>
                <a:cubicBezTo>
                  <a:pt x="2515361" y="-7278"/>
                  <a:pt x="2743584" y="-17845"/>
                  <a:pt x="2865501" y="0"/>
                </a:cubicBezTo>
                <a:cubicBezTo>
                  <a:pt x="2987418" y="17845"/>
                  <a:pt x="3345183" y="8208"/>
                  <a:pt x="3733038" y="0"/>
                </a:cubicBezTo>
                <a:cubicBezTo>
                  <a:pt x="4120893" y="-8208"/>
                  <a:pt x="4009066" y="-3159"/>
                  <a:pt x="4179951" y="0"/>
                </a:cubicBezTo>
                <a:cubicBezTo>
                  <a:pt x="4350836" y="3159"/>
                  <a:pt x="4735020" y="17517"/>
                  <a:pt x="5047488" y="0"/>
                </a:cubicBezTo>
                <a:cubicBezTo>
                  <a:pt x="5359956" y="-17517"/>
                  <a:pt x="5662148" y="-17777"/>
                  <a:pt x="5915025" y="0"/>
                </a:cubicBezTo>
                <a:cubicBezTo>
                  <a:pt x="6167902" y="17777"/>
                  <a:pt x="6308797" y="30350"/>
                  <a:pt x="6572250" y="0"/>
                </a:cubicBezTo>
                <a:cubicBezTo>
                  <a:pt x="6835703" y="-30350"/>
                  <a:pt x="7107419" y="-9627"/>
                  <a:pt x="7439787" y="0"/>
                </a:cubicBezTo>
                <a:cubicBezTo>
                  <a:pt x="7772155" y="9627"/>
                  <a:pt x="7844034" y="-9098"/>
                  <a:pt x="7991856" y="0"/>
                </a:cubicBezTo>
                <a:cubicBezTo>
                  <a:pt x="8139678" y="9098"/>
                  <a:pt x="8289889" y="-20239"/>
                  <a:pt x="8543925" y="0"/>
                </a:cubicBezTo>
                <a:cubicBezTo>
                  <a:pt x="8797961" y="20239"/>
                  <a:pt x="8994198" y="29575"/>
                  <a:pt x="9306306" y="0"/>
                </a:cubicBezTo>
                <a:cubicBezTo>
                  <a:pt x="9618414" y="-29575"/>
                  <a:pt x="9739118" y="-23835"/>
                  <a:pt x="9858375" y="0"/>
                </a:cubicBezTo>
                <a:cubicBezTo>
                  <a:pt x="9977632" y="23835"/>
                  <a:pt x="10370488" y="-4069"/>
                  <a:pt x="10515600" y="0"/>
                </a:cubicBezTo>
                <a:cubicBezTo>
                  <a:pt x="10515650" y="5798"/>
                  <a:pt x="10515903" y="19375"/>
                  <a:pt x="10515600" y="27432"/>
                </a:cubicBezTo>
                <a:cubicBezTo>
                  <a:pt x="10304538" y="42307"/>
                  <a:pt x="10069280" y="3335"/>
                  <a:pt x="9753219" y="27432"/>
                </a:cubicBezTo>
                <a:cubicBezTo>
                  <a:pt x="9437158" y="51529"/>
                  <a:pt x="9488415" y="23852"/>
                  <a:pt x="9411462" y="27432"/>
                </a:cubicBezTo>
                <a:cubicBezTo>
                  <a:pt x="9334509" y="31012"/>
                  <a:pt x="9183755" y="44107"/>
                  <a:pt x="8964549" y="27432"/>
                </a:cubicBezTo>
                <a:cubicBezTo>
                  <a:pt x="8745343" y="10757"/>
                  <a:pt x="8279150" y="61693"/>
                  <a:pt x="8097012" y="27432"/>
                </a:cubicBezTo>
                <a:cubicBezTo>
                  <a:pt x="7914874" y="-6829"/>
                  <a:pt x="7608717" y="59556"/>
                  <a:pt x="7439787" y="27432"/>
                </a:cubicBezTo>
                <a:cubicBezTo>
                  <a:pt x="7270858" y="-4692"/>
                  <a:pt x="7154492" y="27026"/>
                  <a:pt x="6992874" y="27432"/>
                </a:cubicBezTo>
                <a:cubicBezTo>
                  <a:pt x="6831256" y="27838"/>
                  <a:pt x="6536817" y="51174"/>
                  <a:pt x="6335649" y="27432"/>
                </a:cubicBezTo>
                <a:cubicBezTo>
                  <a:pt x="6134481" y="3690"/>
                  <a:pt x="6097824" y="11070"/>
                  <a:pt x="5993892" y="27432"/>
                </a:cubicBezTo>
                <a:cubicBezTo>
                  <a:pt x="5889960" y="43794"/>
                  <a:pt x="5793821" y="34098"/>
                  <a:pt x="5652135" y="27432"/>
                </a:cubicBezTo>
                <a:cubicBezTo>
                  <a:pt x="5510449" y="20766"/>
                  <a:pt x="5168382" y="-3650"/>
                  <a:pt x="4994910" y="27432"/>
                </a:cubicBezTo>
                <a:cubicBezTo>
                  <a:pt x="4821439" y="58514"/>
                  <a:pt x="4653937" y="21362"/>
                  <a:pt x="4547997" y="27432"/>
                </a:cubicBezTo>
                <a:cubicBezTo>
                  <a:pt x="4442057" y="33502"/>
                  <a:pt x="4153363" y="33024"/>
                  <a:pt x="3785616" y="27432"/>
                </a:cubicBezTo>
                <a:cubicBezTo>
                  <a:pt x="3417869" y="21840"/>
                  <a:pt x="3544908" y="29840"/>
                  <a:pt x="3338703" y="27432"/>
                </a:cubicBezTo>
                <a:cubicBezTo>
                  <a:pt x="3132498" y="25024"/>
                  <a:pt x="2782152" y="45947"/>
                  <a:pt x="2576322" y="27432"/>
                </a:cubicBezTo>
                <a:cubicBezTo>
                  <a:pt x="2370492" y="8917"/>
                  <a:pt x="2347214" y="14129"/>
                  <a:pt x="2234565" y="27432"/>
                </a:cubicBezTo>
                <a:cubicBezTo>
                  <a:pt x="2121916" y="40735"/>
                  <a:pt x="1785921" y="49081"/>
                  <a:pt x="1472184" y="27432"/>
                </a:cubicBezTo>
                <a:cubicBezTo>
                  <a:pt x="1158447" y="5783"/>
                  <a:pt x="1203910" y="37937"/>
                  <a:pt x="1025271" y="27432"/>
                </a:cubicBezTo>
                <a:cubicBezTo>
                  <a:pt x="846632" y="16927"/>
                  <a:pt x="846577" y="17996"/>
                  <a:pt x="683514" y="27432"/>
                </a:cubicBezTo>
                <a:cubicBezTo>
                  <a:pt x="520451" y="36868"/>
                  <a:pt x="320799" y="46677"/>
                  <a:pt x="0" y="27432"/>
                </a:cubicBezTo>
                <a:cubicBezTo>
                  <a:pt x="-510" y="19859"/>
                  <a:pt x="-1106" y="11474"/>
                  <a:pt x="0" y="0"/>
                </a:cubicBezTo>
                <a:close/>
              </a:path>
            </a:pathLst>
          </a:custGeom>
          <a:solidFill>
            <a:schemeClr val="tx1"/>
          </a:solidFill>
          <a:ln w="38100" cap="rnd">
            <a:solidFill>
              <a:schemeClr val="tx1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739305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C218C0-6540-400C-BB51-353D5FD5CB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8" y="448056"/>
            <a:ext cx="10515600" cy="4069080"/>
          </a:xfrm>
        </p:spPr>
        <p:txBody>
          <a:bodyPr anchor="b">
            <a:normAutofit/>
          </a:bodyPr>
          <a:lstStyle>
            <a:lvl1pPr>
              <a:defRPr sz="8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A81CD69-43B3-4FF7-AA41-30C36C957E6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41248" y="4983480"/>
            <a:ext cx="10515600" cy="1124712"/>
          </a:xfrm>
        </p:spPr>
        <p:txBody>
          <a:bodyPr>
            <a:normAutofit/>
          </a:bodyPr>
          <a:lstStyle>
            <a:lvl1pPr marL="0" indent="0">
              <a:buNone/>
              <a:defRPr sz="28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2BF300D-5CBE-47E9-A193-E23C8314D0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345051-2045-45DA-935E-2E3CA1A69ADC}" type="datetimeFigureOut">
              <a:rPr lang="en-US" smtClean="0"/>
              <a:t>11/6/2024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6E7DF3F-C51A-4DB1-9FCE-E3E0D8E925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5269CF4-FAAB-44EF-A2A5-8352B4AA38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CD31F4-64FA-4BA0-9498-67783267A8C8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 descr="Tag=AccentColor&#10;Flavor=Light&#10;Target=FillAndLine">
            <a:extLst>
              <a:ext uri="{FF2B5EF4-FFF2-40B4-BE49-F238E27FC236}">
                <a16:creationId xmlns:a16="http://schemas.microsoft.com/office/drawing/2014/main" id="{417A8947-4521-4FE1-8E44-27363435CE1B}"/>
              </a:ext>
            </a:extLst>
          </p:cNvPr>
          <p:cNvSpPr/>
          <p:nvPr/>
        </p:nvSpPr>
        <p:spPr>
          <a:xfrm>
            <a:off x="838200" y="4736883"/>
            <a:ext cx="4243589" cy="27432"/>
          </a:xfrm>
          <a:custGeom>
            <a:avLst/>
            <a:gdLst>
              <a:gd name="connsiteX0" fmla="*/ 0 w 4243589"/>
              <a:gd name="connsiteY0" fmla="*/ 0 h 27432"/>
              <a:gd name="connsiteX1" fmla="*/ 563791 w 4243589"/>
              <a:gd name="connsiteY1" fmla="*/ 0 h 27432"/>
              <a:gd name="connsiteX2" fmla="*/ 1042710 w 4243589"/>
              <a:gd name="connsiteY2" fmla="*/ 0 h 27432"/>
              <a:gd name="connsiteX3" fmla="*/ 1564066 w 4243589"/>
              <a:gd name="connsiteY3" fmla="*/ 0 h 27432"/>
              <a:gd name="connsiteX4" fmla="*/ 2212729 w 4243589"/>
              <a:gd name="connsiteY4" fmla="*/ 0 h 27432"/>
              <a:gd name="connsiteX5" fmla="*/ 2776520 w 4243589"/>
              <a:gd name="connsiteY5" fmla="*/ 0 h 27432"/>
              <a:gd name="connsiteX6" fmla="*/ 3297875 w 4243589"/>
              <a:gd name="connsiteY6" fmla="*/ 0 h 27432"/>
              <a:gd name="connsiteX7" fmla="*/ 4243589 w 4243589"/>
              <a:gd name="connsiteY7" fmla="*/ 0 h 27432"/>
              <a:gd name="connsiteX8" fmla="*/ 4243589 w 4243589"/>
              <a:gd name="connsiteY8" fmla="*/ 27432 h 27432"/>
              <a:gd name="connsiteX9" fmla="*/ 3637362 w 4243589"/>
              <a:gd name="connsiteY9" fmla="*/ 27432 h 27432"/>
              <a:gd name="connsiteX10" fmla="*/ 3116007 w 4243589"/>
              <a:gd name="connsiteY10" fmla="*/ 27432 h 27432"/>
              <a:gd name="connsiteX11" fmla="*/ 2424908 w 4243589"/>
              <a:gd name="connsiteY11" fmla="*/ 27432 h 27432"/>
              <a:gd name="connsiteX12" fmla="*/ 1861117 w 4243589"/>
              <a:gd name="connsiteY12" fmla="*/ 27432 h 27432"/>
              <a:gd name="connsiteX13" fmla="*/ 1382198 w 4243589"/>
              <a:gd name="connsiteY13" fmla="*/ 27432 h 27432"/>
              <a:gd name="connsiteX14" fmla="*/ 733535 w 4243589"/>
              <a:gd name="connsiteY14" fmla="*/ 27432 h 27432"/>
              <a:gd name="connsiteX15" fmla="*/ 0 w 4243589"/>
              <a:gd name="connsiteY15" fmla="*/ 27432 h 27432"/>
              <a:gd name="connsiteX16" fmla="*/ 0 w 4243589"/>
              <a:gd name="connsiteY16" fmla="*/ 0 h 274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4243589" h="27432" fill="none" extrusionOk="0">
                <a:moveTo>
                  <a:pt x="0" y="0"/>
                </a:moveTo>
                <a:cubicBezTo>
                  <a:pt x="157351" y="-15653"/>
                  <a:pt x="378877" y="-5828"/>
                  <a:pt x="563791" y="0"/>
                </a:cubicBezTo>
                <a:cubicBezTo>
                  <a:pt x="748705" y="5828"/>
                  <a:pt x="905659" y="-5525"/>
                  <a:pt x="1042710" y="0"/>
                </a:cubicBezTo>
                <a:cubicBezTo>
                  <a:pt x="1179761" y="5525"/>
                  <a:pt x="1356845" y="-21288"/>
                  <a:pt x="1564066" y="0"/>
                </a:cubicBezTo>
                <a:cubicBezTo>
                  <a:pt x="1771287" y="21288"/>
                  <a:pt x="1912099" y="25135"/>
                  <a:pt x="2212729" y="0"/>
                </a:cubicBezTo>
                <a:cubicBezTo>
                  <a:pt x="2513359" y="-25135"/>
                  <a:pt x="2514918" y="-27119"/>
                  <a:pt x="2776520" y="0"/>
                </a:cubicBezTo>
                <a:cubicBezTo>
                  <a:pt x="3038122" y="27119"/>
                  <a:pt x="3178771" y="18116"/>
                  <a:pt x="3297875" y="0"/>
                </a:cubicBezTo>
                <a:cubicBezTo>
                  <a:pt x="3416980" y="-18116"/>
                  <a:pt x="4012240" y="-40869"/>
                  <a:pt x="4243589" y="0"/>
                </a:cubicBezTo>
                <a:cubicBezTo>
                  <a:pt x="4242616" y="8304"/>
                  <a:pt x="4243111" y="21512"/>
                  <a:pt x="4243589" y="27432"/>
                </a:cubicBezTo>
                <a:cubicBezTo>
                  <a:pt x="4112949" y="6289"/>
                  <a:pt x="3928037" y="10975"/>
                  <a:pt x="3637362" y="27432"/>
                </a:cubicBezTo>
                <a:cubicBezTo>
                  <a:pt x="3346687" y="43889"/>
                  <a:pt x="3254446" y="35813"/>
                  <a:pt x="3116007" y="27432"/>
                </a:cubicBezTo>
                <a:cubicBezTo>
                  <a:pt x="2977569" y="19051"/>
                  <a:pt x="2620228" y="38017"/>
                  <a:pt x="2424908" y="27432"/>
                </a:cubicBezTo>
                <a:cubicBezTo>
                  <a:pt x="2229588" y="16847"/>
                  <a:pt x="2088287" y="5290"/>
                  <a:pt x="1861117" y="27432"/>
                </a:cubicBezTo>
                <a:cubicBezTo>
                  <a:pt x="1633947" y="49574"/>
                  <a:pt x="1502447" y="8273"/>
                  <a:pt x="1382198" y="27432"/>
                </a:cubicBezTo>
                <a:cubicBezTo>
                  <a:pt x="1261949" y="46591"/>
                  <a:pt x="1045440" y="37497"/>
                  <a:pt x="733535" y="27432"/>
                </a:cubicBezTo>
                <a:cubicBezTo>
                  <a:pt x="421630" y="17367"/>
                  <a:pt x="341257" y="-9215"/>
                  <a:pt x="0" y="27432"/>
                </a:cubicBezTo>
                <a:cubicBezTo>
                  <a:pt x="-1048" y="14992"/>
                  <a:pt x="-1120" y="7447"/>
                  <a:pt x="0" y="0"/>
                </a:cubicBezTo>
                <a:close/>
              </a:path>
              <a:path w="4243589" h="27432" stroke="0" extrusionOk="0">
                <a:moveTo>
                  <a:pt x="0" y="0"/>
                </a:moveTo>
                <a:cubicBezTo>
                  <a:pt x="128164" y="17204"/>
                  <a:pt x="312653" y="1129"/>
                  <a:pt x="563791" y="0"/>
                </a:cubicBezTo>
                <a:cubicBezTo>
                  <a:pt x="814929" y="-1129"/>
                  <a:pt x="837271" y="8503"/>
                  <a:pt x="1042710" y="0"/>
                </a:cubicBezTo>
                <a:cubicBezTo>
                  <a:pt x="1248149" y="-8503"/>
                  <a:pt x="1588432" y="-28862"/>
                  <a:pt x="1733809" y="0"/>
                </a:cubicBezTo>
                <a:cubicBezTo>
                  <a:pt x="1879186" y="28862"/>
                  <a:pt x="2052815" y="5974"/>
                  <a:pt x="2297600" y="0"/>
                </a:cubicBezTo>
                <a:cubicBezTo>
                  <a:pt x="2542385" y="-5974"/>
                  <a:pt x="2699960" y="-23550"/>
                  <a:pt x="2861391" y="0"/>
                </a:cubicBezTo>
                <a:cubicBezTo>
                  <a:pt x="3022822" y="23550"/>
                  <a:pt x="3390411" y="25272"/>
                  <a:pt x="3552490" y="0"/>
                </a:cubicBezTo>
                <a:cubicBezTo>
                  <a:pt x="3714569" y="-25272"/>
                  <a:pt x="3950585" y="-31327"/>
                  <a:pt x="4243589" y="0"/>
                </a:cubicBezTo>
                <a:cubicBezTo>
                  <a:pt x="4244074" y="9333"/>
                  <a:pt x="4244867" y="19699"/>
                  <a:pt x="4243589" y="27432"/>
                </a:cubicBezTo>
                <a:cubicBezTo>
                  <a:pt x="4130424" y="7904"/>
                  <a:pt x="3932803" y="51393"/>
                  <a:pt x="3722234" y="27432"/>
                </a:cubicBezTo>
                <a:cubicBezTo>
                  <a:pt x="3511665" y="3471"/>
                  <a:pt x="3269903" y="55138"/>
                  <a:pt x="3116007" y="27432"/>
                </a:cubicBezTo>
                <a:cubicBezTo>
                  <a:pt x="2962111" y="-274"/>
                  <a:pt x="2744280" y="32368"/>
                  <a:pt x="2509780" y="27432"/>
                </a:cubicBezTo>
                <a:cubicBezTo>
                  <a:pt x="2275280" y="22496"/>
                  <a:pt x="2066059" y="52808"/>
                  <a:pt x="1945989" y="27432"/>
                </a:cubicBezTo>
                <a:cubicBezTo>
                  <a:pt x="1825919" y="2056"/>
                  <a:pt x="1407329" y="21760"/>
                  <a:pt x="1254890" y="27432"/>
                </a:cubicBezTo>
                <a:cubicBezTo>
                  <a:pt x="1102451" y="33104"/>
                  <a:pt x="837950" y="40817"/>
                  <a:pt x="563791" y="27432"/>
                </a:cubicBezTo>
                <a:cubicBezTo>
                  <a:pt x="289632" y="14047"/>
                  <a:pt x="132768" y="16249"/>
                  <a:pt x="0" y="27432"/>
                </a:cubicBezTo>
                <a:cubicBezTo>
                  <a:pt x="211" y="18145"/>
                  <a:pt x="120" y="6480"/>
                  <a:pt x="0" y="0"/>
                </a:cubicBezTo>
                <a:close/>
              </a:path>
            </a:pathLst>
          </a:custGeom>
          <a:solidFill>
            <a:schemeClr val="tx1"/>
          </a:solidFill>
          <a:ln w="38100" cap="rnd">
            <a:solidFill>
              <a:schemeClr val="tx1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1861394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ADE264-531D-49C1-A8AF-2B4C1D218F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B9A1B8-2F1B-46AA-858A-CFFF5AF7CEB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929384"/>
            <a:ext cx="5181600" cy="425196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E6B9631-18C0-43BD-8AF3-9137D6D4C23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929384"/>
            <a:ext cx="5181600" cy="42519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9032FCA-14C6-4497-9C27-3F58062442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345051-2045-45DA-935E-2E3CA1A69ADC}" type="datetimeFigureOut">
              <a:rPr lang="en-US" smtClean="0"/>
              <a:t>11/6/2024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61E5057-693B-4E10-958E-0ABE79FEC7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70CECB1-0A35-4C10-9D3D-FE44042830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CD31F4-64FA-4BA0-9498-67783267A8C8}" type="slidenum">
              <a:rPr lang="en-US" smtClean="0"/>
              <a:t>‹#›</a:t>
            </a:fld>
            <a:endParaRPr lang="en-US"/>
          </a:p>
        </p:txBody>
      </p:sp>
      <p:sp>
        <p:nvSpPr>
          <p:cNvPr id="9" name="Rectangle 8" descr="Tag=AccentColor&#10;Flavor=Light&#10;Target=FillAndLine">
            <a:extLst>
              <a:ext uri="{FF2B5EF4-FFF2-40B4-BE49-F238E27FC236}">
                <a16:creationId xmlns:a16="http://schemas.microsoft.com/office/drawing/2014/main" id="{2FAAC677-2D37-4F63-9C4B-711A2988EE02}"/>
              </a:ext>
            </a:extLst>
          </p:cNvPr>
          <p:cNvSpPr/>
          <p:nvPr/>
        </p:nvSpPr>
        <p:spPr>
          <a:xfrm>
            <a:off x="838199" y="1709928"/>
            <a:ext cx="10515600" cy="27432"/>
          </a:xfrm>
          <a:custGeom>
            <a:avLst/>
            <a:gdLst>
              <a:gd name="connsiteX0" fmla="*/ 0 w 10515600"/>
              <a:gd name="connsiteY0" fmla="*/ 0 h 27432"/>
              <a:gd name="connsiteX1" fmla="*/ 446913 w 10515600"/>
              <a:gd name="connsiteY1" fmla="*/ 0 h 27432"/>
              <a:gd name="connsiteX2" fmla="*/ 1104138 w 10515600"/>
              <a:gd name="connsiteY2" fmla="*/ 0 h 27432"/>
              <a:gd name="connsiteX3" fmla="*/ 1866519 w 10515600"/>
              <a:gd name="connsiteY3" fmla="*/ 0 h 27432"/>
              <a:gd name="connsiteX4" fmla="*/ 2208276 w 10515600"/>
              <a:gd name="connsiteY4" fmla="*/ 0 h 27432"/>
              <a:gd name="connsiteX5" fmla="*/ 2550033 w 10515600"/>
              <a:gd name="connsiteY5" fmla="*/ 0 h 27432"/>
              <a:gd name="connsiteX6" fmla="*/ 3417570 w 10515600"/>
              <a:gd name="connsiteY6" fmla="*/ 0 h 27432"/>
              <a:gd name="connsiteX7" fmla="*/ 4074795 w 10515600"/>
              <a:gd name="connsiteY7" fmla="*/ 0 h 27432"/>
              <a:gd name="connsiteX8" fmla="*/ 4416552 w 10515600"/>
              <a:gd name="connsiteY8" fmla="*/ 0 h 27432"/>
              <a:gd name="connsiteX9" fmla="*/ 5073777 w 10515600"/>
              <a:gd name="connsiteY9" fmla="*/ 0 h 27432"/>
              <a:gd name="connsiteX10" fmla="*/ 5941314 w 10515600"/>
              <a:gd name="connsiteY10" fmla="*/ 0 h 27432"/>
              <a:gd name="connsiteX11" fmla="*/ 6493383 w 10515600"/>
              <a:gd name="connsiteY11" fmla="*/ 0 h 27432"/>
              <a:gd name="connsiteX12" fmla="*/ 7045452 w 10515600"/>
              <a:gd name="connsiteY12" fmla="*/ 0 h 27432"/>
              <a:gd name="connsiteX13" fmla="*/ 7702677 w 10515600"/>
              <a:gd name="connsiteY13" fmla="*/ 0 h 27432"/>
              <a:gd name="connsiteX14" fmla="*/ 8465058 w 10515600"/>
              <a:gd name="connsiteY14" fmla="*/ 0 h 27432"/>
              <a:gd name="connsiteX15" fmla="*/ 9227439 w 10515600"/>
              <a:gd name="connsiteY15" fmla="*/ 0 h 27432"/>
              <a:gd name="connsiteX16" fmla="*/ 10515600 w 10515600"/>
              <a:gd name="connsiteY16" fmla="*/ 0 h 27432"/>
              <a:gd name="connsiteX17" fmla="*/ 10515600 w 10515600"/>
              <a:gd name="connsiteY17" fmla="*/ 27432 h 27432"/>
              <a:gd name="connsiteX18" fmla="*/ 10068687 w 10515600"/>
              <a:gd name="connsiteY18" fmla="*/ 27432 h 27432"/>
              <a:gd name="connsiteX19" fmla="*/ 9201150 w 10515600"/>
              <a:gd name="connsiteY19" fmla="*/ 27432 h 27432"/>
              <a:gd name="connsiteX20" fmla="*/ 8543925 w 10515600"/>
              <a:gd name="connsiteY20" fmla="*/ 27432 h 27432"/>
              <a:gd name="connsiteX21" fmla="*/ 8202168 w 10515600"/>
              <a:gd name="connsiteY21" fmla="*/ 27432 h 27432"/>
              <a:gd name="connsiteX22" fmla="*/ 7544943 w 10515600"/>
              <a:gd name="connsiteY22" fmla="*/ 27432 h 27432"/>
              <a:gd name="connsiteX23" fmla="*/ 6992874 w 10515600"/>
              <a:gd name="connsiteY23" fmla="*/ 27432 h 27432"/>
              <a:gd name="connsiteX24" fmla="*/ 6440805 w 10515600"/>
              <a:gd name="connsiteY24" fmla="*/ 27432 h 27432"/>
              <a:gd name="connsiteX25" fmla="*/ 5888736 w 10515600"/>
              <a:gd name="connsiteY25" fmla="*/ 27432 h 27432"/>
              <a:gd name="connsiteX26" fmla="*/ 5336667 w 10515600"/>
              <a:gd name="connsiteY26" fmla="*/ 27432 h 27432"/>
              <a:gd name="connsiteX27" fmla="*/ 4574286 w 10515600"/>
              <a:gd name="connsiteY27" fmla="*/ 27432 h 27432"/>
              <a:gd name="connsiteX28" fmla="*/ 3917061 w 10515600"/>
              <a:gd name="connsiteY28" fmla="*/ 27432 h 27432"/>
              <a:gd name="connsiteX29" fmla="*/ 3575304 w 10515600"/>
              <a:gd name="connsiteY29" fmla="*/ 27432 h 27432"/>
              <a:gd name="connsiteX30" fmla="*/ 3023235 w 10515600"/>
              <a:gd name="connsiteY30" fmla="*/ 27432 h 27432"/>
              <a:gd name="connsiteX31" fmla="*/ 2260854 w 10515600"/>
              <a:gd name="connsiteY31" fmla="*/ 27432 h 27432"/>
              <a:gd name="connsiteX32" fmla="*/ 1813941 w 10515600"/>
              <a:gd name="connsiteY32" fmla="*/ 27432 h 27432"/>
              <a:gd name="connsiteX33" fmla="*/ 946404 w 10515600"/>
              <a:gd name="connsiteY33" fmla="*/ 27432 h 27432"/>
              <a:gd name="connsiteX34" fmla="*/ 0 w 10515600"/>
              <a:gd name="connsiteY34" fmla="*/ 27432 h 27432"/>
              <a:gd name="connsiteX35" fmla="*/ 0 w 10515600"/>
              <a:gd name="connsiteY35" fmla="*/ 0 h 274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10515600" h="27432" fill="none" extrusionOk="0">
                <a:moveTo>
                  <a:pt x="0" y="0"/>
                </a:moveTo>
                <a:cubicBezTo>
                  <a:pt x="119693" y="-14343"/>
                  <a:pt x="253007" y="-7583"/>
                  <a:pt x="446913" y="0"/>
                </a:cubicBezTo>
                <a:cubicBezTo>
                  <a:pt x="640819" y="7583"/>
                  <a:pt x="841419" y="-7067"/>
                  <a:pt x="1104138" y="0"/>
                </a:cubicBezTo>
                <a:cubicBezTo>
                  <a:pt x="1366858" y="7067"/>
                  <a:pt x="1495525" y="1255"/>
                  <a:pt x="1866519" y="0"/>
                </a:cubicBezTo>
                <a:cubicBezTo>
                  <a:pt x="2237513" y="-1255"/>
                  <a:pt x="2043820" y="12003"/>
                  <a:pt x="2208276" y="0"/>
                </a:cubicBezTo>
                <a:cubicBezTo>
                  <a:pt x="2372732" y="-12003"/>
                  <a:pt x="2419452" y="9887"/>
                  <a:pt x="2550033" y="0"/>
                </a:cubicBezTo>
                <a:cubicBezTo>
                  <a:pt x="2680614" y="-9887"/>
                  <a:pt x="3098156" y="3827"/>
                  <a:pt x="3417570" y="0"/>
                </a:cubicBezTo>
                <a:cubicBezTo>
                  <a:pt x="3736984" y="-3827"/>
                  <a:pt x="3916040" y="-6233"/>
                  <a:pt x="4074795" y="0"/>
                </a:cubicBezTo>
                <a:cubicBezTo>
                  <a:pt x="4233551" y="6233"/>
                  <a:pt x="4279253" y="5661"/>
                  <a:pt x="4416552" y="0"/>
                </a:cubicBezTo>
                <a:cubicBezTo>
                  <a:pt x="4553851" y="-5661"/>
                  <a:pt x="4915758" y="26022"/>
                  <a:pt x="5073777" y="0"/>
                </a:cubicBezTo>
                <a:cubicBezTo>
                  <a:pt x="5231797" y="-26022"/>
                  <a:pt x="5612089" y="32230"/>
                  <a:pt x="5941314" y="0"/>
                </a:cubicBezTo>
                <a:cubicBezTo>
                  <a:pt x="6270539" y="-32230"/>
                  <a:pt x="6313600" y="3064"/>
                  <a:pt x="6493383" y="0"/>
                </a:cubicBezTo>
                <a:cubicBezTo>
                  <a:pt x="6673166" y="-3064"/>
                  <a:pt x="6902474" y="-21096"/>
                  <a:pt x="7045452" y="0"/>
                </a:cubicBezTo>
                <a:cubicBezTo>
                  <a:pt x="7188430" y="21096"/>
                  <a:pt x="7478162" y="17386"/>
                  <a:pt x="7702677" y="0"/>
                </a:cubicBezTo>
                <a:cubicBezTo>
                  <a:pt x="7927192" y="-17386"/>
                  <a:pt x="8295683" y="-35143"/>
                  <a:pt x="8465058" y="0"/>
                </a:cubicBezTo>
                <a:cubicBezTo>
                  <a:pt x="8634433" y="35143"/>
                  <a:pt x="8927835" y="4103"/>
                  <a:pt x="9227439" y="0"/>
                </a:cubicBezTo>
                <a:cubicBezTo>
                  <a:pt x="9527043" y="-4103"/>
                  <a:pt x="10105355" y="-17535"/>
                  <a:pt x="10515600" y="0"/>
                </a:cubicBezTo>
                <a:cubicBezTo>
                  <a:pt x="10515789" y="12323"/>
                  <a:pt x="10515633" y="14639"/>
                  <a:pt x="10515600" y="27432"/>
                </a:cubicBezTo>
                <a:cubicBezTo>
                  <a:pt x="10343646" y="15282"/>
                  <a:pt x="10223667" y="31057"/>
                  <a:pt x="10068687" y="27432"/>
                </a:cubicBezTo>
                <a:cubicBezTo>
                  <a:pt x="9913707" y="23807"/>
                  <a:pt x="9512455" y="4101"/>
                  <a:pt x="9201150" y="27432"/>
                </a:cubicBezTo>
                <a:cubicBezTo>
                  <a:pt x="8889845" y="50763"/>
                  <a:pt x="8866277" y="3158"/>
                  <a:pt x="8543925" y="27432"/>
                </a:cubicBezTo>
                <a:cubicBezTo>
                  <a:pt x="8221573" y="51706"/>
                  <a:pt x="8288348" y="37286"/>
                  <a:pt x="8202168" y="27432"/>
                </a:cubicBezTo>
                <a:cubicBezTo>
                  <a:pt x="8115988" y="17578"/>
                  <a:pt x="7797033" y="6631"/>
                  <a:pt x="7544943" y="27432"/>
                </a:cubicBezTo>
                <a:cubicBezTo>
                  <a:pt x="7292854" y="48233"/>
                  <a:pt x="7108060" y="41767"/>
                  <a:pt x="6992874" y="27432"/>
                </a:cubicBezTo>
                <a:cubicBezTo>
                  <a:pt x="6877688" y="13097"/>
                  <a:pt x="6668930" y="7947"/>
                  <a:pt x="6440805" y="27432"/>
                </a:cubicBezTo>
                <a:cubicBezTo>
                  <a:pt x="6212680" y="46917"/>
                  <a:pt x="6027476" y="35225"/>
                  <a:pt x="5888736" y="27432"/>
                </a:cubicBezTo>
                <a:cubicBezTo>
                  <a:pt x="5749996" y="19639"/>
                  <a:pt x="5574559" y="43627"/>
                  <a:pt x="5336667" y="27432"/>
                </a:cubicBezTo>
                <a:cubicBezTo>
                  <a:pt x="5098775" y="11237"/>
                  <a:pt x="4837534" y="41882"/>
                  <a:pt x="4574286" y="27432"/>
                </a:cubicBezTo>
                <a:cubicBezTo>
                  <a:pt x="4311038" y="12982"/>
                  <a:pt x="4126419" y="26678"/>
                  <a:pt x="3917061" y="27432"/>
                </a:cubicBezTo>
                <a:cubicBezTo>
                  <a:pt x="3707704" y="28186"/>
                  <a:pt x="3657291" y="40087"/>
                  <a:pt x="3575304" y="27432"/>
                </a:cubicBezTo>
                <a:cubicBezTo>
                  <a:pt x="3493317" y="14777"/>
                  <a:pt x="3185226" y="45867"/>
                  <a:pt x="3023235" y="27432"/>
                </a:cubicBezTo>
                <a:cubicBezTo>
                  <a:pt x="2861244" y="8997"/>
                  <a:pt x="2597085" y="35801"/>
                  <a:pt x="2260854" y="27432"/>
                </a:cubicBezTo>
                <a:cubicBezTo>
                  <a:pt x="1924623" y="19063"/>
                  <a:pt x="1996678" y="15705"/>
                  <a:pt x="1813941" y="27432"/>
                </a:cubicBezTo>
                <a:cubicBezTo>
                  <a:pt x="1631204" y="39159"/>
                  <a:pt x="1187542" y="49167"/>
                  <a:pt x="946404" y="27432"/>
                </a:cubicBezTo>
                <a:cubicBezTo>
                  <a:pt x="705266" y="5697"/>
                  <a:pt x="404743" y="28229"/>
                  <a:pt x="0" y="27432"/>
                </a:cubicBezTo>
                <a:cubicBezTo>
                  <a:pt x="244" y="15297"/>
                  <a:pt x="645" y="7129"/>
                  <a:pt x="0" y="0"/>
                </a:cubicBezTo>
                <a:close/>
              </a:path>
              <a:path w="10515600" h="27432" stroke="0" extrusionOk="0">
                <a:moveTo>
                  <a:pt x="0" y="0"/>
                </a:moveTo>
                <a:cubicBezTo>
                  <a:pt x="230793" y="14353"/>
                  <a:pt x="332416" y="21392"/>
                  <a:pt x="552069" y="0"/>
                </a:cubicBezTo>
                <a:cubicBezTo>
                  <a:pt x="771722" y="-21392"/>
                  <a:pt x="761737" y="-14337"/>
                  <a:pt x="893826" y="0"/>
                </a:cubicBezTo>
                <a:cubicBezTo>
                  <a:pt x="1025915" y="14337"/>
                  <a:pt x="1441584" y="-15498"/>
                  <a:pt x="1761363" y="0"/>
                </a:cubicBezTo>
                <a:cubicBezTo>
                  <a:pt x="2081142" y="15498"/>
                  <a:pt x="2111503" y="7278"/>
                  <a:pt x="2313432" y="0"/>
                </a:cubicBezTo>
                <a:cubicBezTo>
                  <a:pt x="2515361" y="-7278"/>
                  <a:pt x="2743584" y="-17845"/>
                  <a:pt x="2865501" y="0"/>
                </a:cubicBezTo>
                <a:cubicBezTo>
                  <a:pt x="2987418" y="17845"/>
                  <a:pt x="3345183" y="8208"/>
                  <a:pt x="3733038" y="0"/>
                </a:cubicBezTo>
                <a:cubicBezTo>
                  <a:pt x="4120893" y="-8208"/>
                  <a:pt x="4009066" y="-3159"/>
                  <a:pt x="4179951" y="0"/>
                </a:cubicBezTo>
                <a:cubicBezTo>
                  <a:pt x="4350836" y="3159"/>
                  <a:pt x="4735020" y="17517"/>
                  <a:pt x="5047488" y="0"/>
                </a:cubicBezTo>
                <a:cubicBezTo>
                  <a:pt x="5359956" y="-17517"/>
                  <a:pt x="5662148" y="-17777"/>
                  <a:pt x="5915025" y="0"/>
                </a:cubicBezTo>
                <a:cubicBezTo>
                  <a:pt x="6167902" y="17777"/>
                  <a:pt x="6308797" y="30350"/>
                  <a:pt x="6572250" y="0"/>
                </a:cubicBezTo>
                <a:cubicBezTo>
                  <a:pt x="6835703" y="-30350"/>
                  <a:pt x="7107419" y="-9627"/>
                  <a:pt x="7439787" y="0"/>
                </a:cubicBezTo>
                <a:cubicBezTo>
                  <a:pt x="7772155" y="9627"/>
                  <a:pt x="7844034" y="-9098"/>
                  <a:pt x="7991856" y="0"/>
                </a:cubicBezTo>
                <a:cubicBezTo>
                  <a:pt x="8139678" y="9098"/>
                  <a:pt x="8289889" y="-20239"/>
                  <a:pt x="8543925" y="0"/>
                </a:cubicBezTo>
                <a:cubicBezTo>
                  <a:pt x="8797961" y="20239"/>
                  <a:pt x="8994198" y="29575"/>
                  <a:pt x="9306306" y="0"/>
                </a:cubicBezTo>
                <a:cubicBezTo>
                  <a:pt x="9618414" y="-29575"/>
                  <a:pt x="9739118" y="-23835"/>
                  <a:pt x="9858375" y="0"/>
                </a:cubicBezTo>
                <a:cubicBezTo>
                  <a:pt x="9977632" y="23835"/>
                  <a:pt x="10370488" y="-4069"/>
                  <a:pt x="10515600" y="0"/>
                </a:cubicBezTo>
                <a:cubicBezTo>
                  <a:pt x="10515650" y="5798"/>
                  <a:pt x="10515903" y="19375"/>
                  <a:pt x="10515600" y="27432"/>
                </a:cubicBezTo>
                <a:cubicBezTo>
                  <a:pt x="10304538" y="42307"/>
                  <a:pt x="10069280" y="3335"/>
                  <a:pt x="9753219" y="27432"/>
                </a:cubicBezTo>
                <a:cubicBezTo>
                  <a:pt x="9437158" y="51529"/>
                  <a:pt x="9488415" y="23852"/>
                  <a:pt x="9411462" y="27432"/>
                </a:cubicBezTo>
                <a:cubicBezTo>
                  <a:pt x="9334509" y="31012"/>
                  <a:pt x="9183755" y="44107"/>
                  <a:pt x="8964549" y="27432"/>
                </a:cubicBezTo>
                <a:cubicBezTo>
                  <a:pt x="8745343" y="10757"/>
                  <a:pt x="8279150" y="61693"/>
                  <a:pt x="8097012" y="27432"/>
                </a:cubicBezTo>
                <a:cubicBezTo>
                  <a:pt x="7914874" y="-6829"/>
                  <a:pt x="7608717" y="59556"/>
                  <a:pt x="7439787" y="27432"/>
                </a:cubicBezTo>
                <a:cubicBezTo>
                  <a:pt x="7270858" y="-4692"/>
                  <a:pt x="7154492" y="27026"/>
                  <a:pt x="6992874" y="27432"/>
                </a:cubicBezTo>
                <a:cubicBezTo>
                  <a:pt x="6831256" y="27838"/>
                  <a:pt x="6536817" y="51174"/>
                  <a:pt x="6335649" y="27432"/>
                </a:cubicBezTo>
                <a:cubicBezTo>
                  <a:pt x="6134481" y="3690"/>
                  <a:pt x="6097824" y="11070"/>
                  <a:pt x="5993892" y="27432"/>
                </a:cubicBezTo>
                <a:cubicBezTo>
                  <a:pt x="5889960" y="43794"/>
                  <a:pt x="5793821" y="34098"/>
                  <a:pt x="5652135" y="27432"/>
                </a:cubicBezTo>
                <a:cubicBezTo>
                  <a:pt x="5510449" y="20766"/>
                  <a:pt x="5168382" y="-3650"/>
                  <a:pt x="4994910" y="27432"/>
                </a:cubicBezTo>
                <a:cubicBezTo>
                  <a:pt x="4821439" y="58514"/>
                  <a:pt x="4653937" y="21362"/>
                  <a:pt x="4547997" y="27432"/>
                </a:cubicBezTo>
                <a:cubicBezTo>
                  <a:pt x="4442057" y="33502"/>
                  <a:pt x="4153363" y="33024"/>
                  <a:pt x="3785616" y="27432"/>
                </a:cubicBezTo>
                <a:cubicBezTo>
                  <a:pt x="3417869" y="21840"/>
                  <a:pt x="3544908" y="29840"/>
                  <a:pt x="3338703" y="27432"/>
                </a:cubicBezTo>
                <a:cubicBezTo>
                  <a:pt x="3132498" y="25024"/>
                  <a:pt x="2782152" y="45947"/>
                  <a:pt x="2576322" y="27432"/>
                </a:cubicBezTo>
                <a:cubicBezTo>
                  <a:pt x="2370492" y="8917"/>
                  <a:pt x="2347214" y="14129"/>
                  <a:pt x="2234565" y="27432"/>
                </a:cubicBezTo>
                <a:cubicBezTo>
                  <a:pt x="2121916" y="40735"/>
                  <a:pt x="1785921" y="49081"/>
                  <a:pt x="1472184" y="27432"/>
                </a:cubicBezTo>
                <a:cubicBezTo>
                  <a:pt x="1158447" y="5783"/>
                  <a:pt x="1203910" y="37937"/>
                  <a:pt x="1025271" y="27432"/>
                </a:cubicBezTo>
                <a:cubicBezTo>
                  <a:pt x="846632" y="16927"/>
                  <a:pt x="846577" y="17996"/>
                  <a:pt x="683514" y="27432"/>
                </a:cubicBezTo>
                <a:cubicBezTo>
                  <a:pt x="520451" y="36868"/>
                  <a:pt x="320799" y="46677"/>
                  <a:pt x="0" y="27432"/>
                </a:cubicBezTo>
                <a:cubicBezTo>
                  <a:pt x="-510" y="19859"/>
                  <a:pt x="-1106" y="11474"/>
                  <a:pt x="0" y="0"/>
                </a:cubicBezTo>
                <a:close/>
              </a:path>
            </a:pathLst>
          </a:custGeom>
          <a:solidFill>
            <a:schemeClr val="tx1"/>
          </a:solidFill>
          <a:ln w="38100" cap="rnd">
            <a:solidFill>
              <a:schemeClr val="tx1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4942824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8AE282-8875-4F49-AB21-E1C2BCAEA1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1712EA2-EF8C-4F18-BECF-AD121F72816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938528"/>
            <a:ext cx="5157787" cy="823912"/>
          </a:xfrm>
        </p:spPr>
        <p:txBody>
          <a:bodyPr anchor="b">
            <a:normAutofit/>
          </a:bodyPr>
          <a:lstStyle>
            <a:lvl1pPr marL="0" indent="0">
              <a:buNone/>
              <a:defRPr sz="36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D7B59D4-E93F-40C1-A1A2-F1867830C67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926080"/>
            <a:ext cx="5157787" cy="326440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E810616-1C77-42AE-8449-D0B64E2B847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938528"/>
            <a:ext cx="5183188" cy="823912"/>
          </a:xfrm>
        </p:spPr>
        <p:txBody>
          <a:bodyPr anchor="b">
            <a:normAutofit/>
          </a:bodyPr>
          <a:lstStyle>
            <a:lvl1pPr marL="0" indent="0">
              <a:buNone/>
              <a:defRPr sz="36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A74E172-AFE8-48E4-BBB0-CA6D4EC1127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926080"/>
            <a:ext cx="5183188" cy="326440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C9407CC-270D-4C98-B95C-7AE67D2E19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345051-2045-45DA-935E-2E3CA1A69ADC}" type="datetimeFigureOut">
              <a:rPr lang="en-US" smtClean="0"/>
              <a:t>11/6/2024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54070D5-9B7B-47FC-9F75-F6AD960745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28EAC17-33BE-4265-8C06-644C2D34FD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CD31F4-64FA-4BA0-9498-67783267A8C8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Rectangle 10" descr="Tag=AccentColor&#10;Flavor=Light&#10;Target=FillAndLine">
            <a:extLst>
              <a:ext uri="{FF2B5EF4-FFF2-40B4-BE49-F238E27FC236}">
                <a16:creationId xmlns:a16="http://schemas.microsoft.com/office/drawing/2014/main" id="{F634C457-AEBF-47D7-9200-BAD05D138B12}"/>
              </a:ext>
            </a:extLst>
          </p:cNvPr>
          <p:cNvSpPr/>
          <p:nvPr/>
        </p:nvSpPr>
        <p:spPr>
          <a:xfrm>
            <a:off x="838199" y="1709928"/>
            <a:ext cx="10515600" cy="27432"/>
          </a:xfrm>
          <a:custGeom>
            <a:avLst/>
            <a:gdLst>
              <a:gd name="connsiteX0" fmla="*/ 0 w 10515600"/>
              <a:gd name="connsiteY0" fmla="*/ 0 h 27432"/>
              <a:gd name="connsiteX1" fmla="*/ 446913 w 10515600"/>
              <a:gd name="connsiteY1" fmla="*/ 0 h 27432"/>
              <a:gd name="connsiteX2" fmla="*/ 1104138 w 10515600"/>
              <a:gd name="connsiteY2" fmla="*/ 0 h 27432"/>
              <a:gd name="connsiteX3" fmla="*/ 1866519 w 10515600"/>
              <a:gd name="connsiteY3" fmla="*/ 0 h 27432"/>
              <a:gd name="connsiteX4" fmla="*/ 2208276 w 10515600"/>
              <a:gd name="connsiteY4" fmla="*/ 0 h 27432"/>
              <a:gd name="connsiteX5" fmla="*/ 2550033 w 10515600"/>
              <a:gd name="connsiteY5" fmla="*/ 0 h 27432"/>
              <a:gd name="connsiteX6" fmla="*/ 3417570 w 10515600"/>
              <a:gd name="connsiteY6" fmla="*/ 0 h 27432"/>
              <a:gd name="connsiteX7" fmla="*/ 4074795 w 10515600"/>
              <a:gd name="connsiteY7" fmla="*/ 0 h 27432"/>
              <a:gd name="connsiteX8" fmla="*/ 4416552 w 10515600"/>
              <a:gd name="connsiteY8" fmla="*/ 0 h 27432"/>
              <a:gd name="connsiteX9" fmla="*/ 5073777 w 10515600"/>
              <a:gd name="connsiteY9" fmla="*/ 0 h 27432"/>
              <a:gd name="connsiteX10" fmla="*/ 5941314 w 10515600"/>
              <a:gd name="connsiteY10" fmla="*/ 0 h 27432"/>
              <a:gd name="connsiteX11" fmla="*/ 6493383 w 10515600"/>
              <a:gd name="connsiteY11" fmla="*/ 0 h 27432"/>
              <a:gd name="connsiteX12" fmla="*/ 7045452 w 10515600"/>
              <a:gd name="connsiteY12" fmla="*/ 0 h 27432"/>
              <a:gd name="connsiteX13" fmla="*/ 7702677 w 10515600"/>
              <a:gd name="connsiteY13" fmla="*/ 0 h 27432"/>
              <a:gd name="connsiteX14" fmla="*/ 8465058 w 10515600"/>
              <a:gd name="connsiteY14" fmla="*/ 0 h 27432"/>
              <a:gd name="connsiteX15" fmla="*/ 9227439 w 10515600"/>
              <a:gd name="connsiteY15" fmla="*/ 0 h 27432"/>
              <a:gd name="connsiteX16" fmla="*/ 10515600 w 10515600"/>
              <a:gd name="connsiteY16" fmla="*/ 0 h 27432"/>
              <a:gd name="connsiteX17" fmla="*/ 10515600 w 10515600"/>
              <a:gd name="connsiteY17" fmla="*/ 27432 h 27432"/>
              <a:gd name="connsiteX18" fmla="*/ 10068687 w 10515600"/>
              <a:gd name="connsiteY18" fmla="*/ 27432 h 27432"/>
              <a:gd name="connsiteX19" fmla="*/ 9201150 w 10515600"/>
              <a:gd name="connsiteY19" fmla="*/ 27432 h 27432"/>
              <a:gd name="connsiteX20" fmla="*/ 8543925 w 10515600"/>
              <a:gd name="connsiteY20" fmla="*/ 27432 h 27432"/>
              <a:gd name="connsiteX21" fmla="*/ 8202168 w 10515600"/>
              <a:gd name="connsiteY21" fmla="*/ 27432 h 27432"/>
              <a:gd name="connsiteX22" fmla="*/ 7544943 w 10515600"/>
              <a:gd name="connsiteY22" fmla="*/ 27432 h 27432"/>
              <a:gd name="connsiteX23" fmla="*/ 6992874 w 10515600"/>
              <a:gd name="connsiteY23" fmla="*/ 27432 h 27432"/>
              <a:gd name="connsiteX24" fmla="*/ 6440805 w 10515600"/>
              <a:gd name="connsiteY24" fmla="*/ 27432 h 27432"/>
              <a:gd name="connsiteX25" fmla="*/ 5888736 w 10515600"/>
              <a:gd name="connsiteY25" fmla="*/ 27432 h 27432"/>
              <a:gd name="connsiteX26" fmla="*/ 5336667 w 10515600"/>
              <a:gd name="connsiteY26" fmla="*/ 27432 h 27432"/>
              <a:gd name="connsiteX27" fmla="*/ 4574286 w 10515600"/>
              <a:gd name="connsiteY27" fmla="*/ 27432 h 27432"/>
              <a:gd name="connsiteX28" fmla="*/ 3917061 w 10515600"/>
              <a:gd name="connsiteY28" fmla="*/ 27432 h 27432"/>
              <a:gd name="connsiteX29" fmla="*/ 3575304 w 10515600"/>
              <a:gd name="connsiteY29" fmla="*/ 27432 h 27432"/>
              <a:gd name="connsiteX30" fmla="*/ 3023235 w 10515600"/>
              <a:gd name="connsiteY30" fmla="*/ 27432 h 27432"/>
              <a:gd name="connsiteX31" fmla="*/ 2260854 w 10515600"/>
              <a:gd name="connsiteY31" fmla="*/ 27432 h 27432"/>
              <a:gd name="connsiteX32" fmla="*/ 1813941 w 10515600"/>
              <a:gd name="connsiteY32" fmla="*/ 27432 h 27432"/>
              <a:gd name="connsiteX33" fmla="*/ 946404 w 10515600"/>
              <a:gd name="connsiteY33" fmla="*/ 27432 h 27432"/>
              <a:gd name="connsiteX34" fmla="*/ 0 w 10515600"/>
              <a:gd name="connsiteY34" fmla="*/ 27432 h 27432"/>
              <a:gd name="connsiteX35" fmla="*/ 0 w 10515600"/>
              <a:gd name="connsiteY35" fmla="*/ 0 h 274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10515600" h="27432" fill="none" extrusionOk="0">
                <a:moveTo>
                  <a:pt x="0" y="0"/>
                </a:moveTo>
                <a:cubicBezTo>
                  <a:pt x="119693" y="-14343"/>
                  <a:pt x="253007" y="-7583"/>
                  <a:pt x="446913" y="0"/>
                </a:cubicBezTo>
                <a:cubicBezTo>
                  <a:pt x="640819" y="7583"/>
                  <a:pt x="841419" y="-7067"/>
                  <a:pt x="1104138" y="0"/>
                </a:cubicBezTo>
                <a:cubicBezTo>
                  <a:pt x="1366858" y="7067"/>
                  <a:pt x="1495525" y="1255"/>
                  <a:pt x="1866519" y="0"/>
                </a:cubicBezTo>
                <a:cubicBezTo>
                  <a:pt x="2237513" y="-1255"/>
                  <a:pt x="2043820" y="12003"/>
                  <a:pt x="2208276" y="0"/>
                </a:cubicBezTo>
                <a:cubicBezTo>
                  <a:pt x="2372732" y="-12003"/>
                  <a:pt x="2419452" y="9887"/>
                  <a:pt x="2550033" y="0"/>
                </a:cubicBezTo>
                <a:cubicBezTo>
                  <a:pt x="2680614" y="-9887"/>
                  <a:pt x="3098156" y="3827"/>
                  <a:pt x="3417570" y="0"/>
                </a:cubicBezTo>
                <a:cubicBezTo>
                  <a:pt x="3736984" y="-3827"/>
                  <a:pt x="3916040" y="-6233"/>
                  <a:pt x="4074795" y="0"/>
                </a:cubicBezTo>
                <a:cubicBezTo>
                  <a:pt x="4233551" y="6233"/>
                  <a:pt x="4279253" y="5661"/>
                  <a:pt x="4416552" y="0"/>
                </a:cubicBezTo>
                <a:cubicBezTo>
                  <a:pt x="4553851" y="-5661"/>
                  <a:pt x="4915758" y="26022"/>
                  <a:pt x="5073777" y="0"/>
                </a:cubicBezTo>
                <a:cubicBezTo>
                  <a:pt x="5231797" y="-26022"/>
                  <a:pt x="5612089" y="32230"/>
                  <a:pt x="5941314" y="0"/>
                </a:cubicBezTo>
                <a:cubicBezTo>
                  <a:pt x="6270539" y="-32230"/>
                  <a:pt x="6313600" y="3064"/>
                  <a:pt x="6493383" y="0"/>
                </a:cubicBezTo>
                <a:cubicBezTo>
                  <a:pt x="6673166" y="-3064"/>
                  <a:pt x="6902474" y="-21096"/>
                  <a:pt x="7045452" y="0"/>
                </a:cubicBezTo>
                <a:cubicBezTo>
                  <a:pt x="7188430" y="21096"/>
                  <a:pt x="7478162" y="17386"/>
                  <a:pt x="7702677" y="0"/>
                </a:cubicBezTo>
                <a:cubicBezTo>
                  <a:pt x="7927192" y="-17386"/>
                  <a:pt x="8295683" y="-35143"/>
                  <a:pt x="8465058" y="0"/>
                </a:cubicBezTo>
                <a:cubicBezTo>
                  <a:pt x="8634433" y="35143"/>
                  <a:pt x="8927835" y="4103"/>
                  <a:pt x="9227439" y="0"/>
                </a:cubicBezTo>
                <a:cubicBezTo>
                  <a:pt x="9527043" y="-4103"/>
                  <a:pt x="10105355" y="-17535"/>
                  <a:pt x="10515600" y="0"/>
                </a:cubicBezTo>
                <a:cubicBezTo>
                  <a:pt x="10515789" y="12323"/>
                  <a:pt x="10515633" y="14639"/>
                  <a:pt x="10515600" y="27432"/>
                </a:cubicBezTo>
                <a:cubicBezTo>
                  <a:pt x="10343646" y="15282"/>
                  <a:pt x="10223667" y="31057"/>
                  <a:pt x="10068687" y="27432"/>
                </a:cubicBezTo>
                <a:cubicBezTo>
                  <a:pt x="9913707" y="23807"/>
                  <a:pt x="9512455" y="4101"/>
                  <a:pt x="9201150" y="27432"/>
                </a:cubicBezTo>
                <a:cubicBezTo>
                  <a:pt x="8889845" y="50763"/>
                  <a:pt x="8866277" y="3158"/>
                  <a:pt x="8543925" y="27432"/>
                </a:cubicBezTo>
                <a:cubicBezTo>
                  <a:pt x="8221573" y="51706"/>
                  <a:pt x="8288348" y="37286"/>
                  <a:pt x="8202168" y="27432"/>
                </a:cubicBezTo>
                <a:cubicBezTo>
                  <a:pt x="8115988" y="17578"/>
                  <a:pt x="7797033" y="6631"/>
                  <a:pt x="7544943" y="27432"/>
                </a:cubicBezTo>
                <a:cubicBezTo>
                  <a:pt x="7292854" y="48233"/>
                  <a:pt x="7108060" y="41767"/>
                  <a:pt x="6992874" y="27432"/>
                </a:cubicBezTo>
                <a:cubicBezTo>
                  <a:pt x="6877688" y="13097"/>
                  <a:pt x="6668930" y="7947"/>
                  <a:pt x="6440805" y="27432"/>
                </a:cubicBezTo>
                <a:cubicBezTo>
                  <a:pt x="6212680" y="46917"/>
                  <a:pt x="6027476" y="35225"/>
                  <a:pt x="5888736" y="27432"/>
                </a:cubicBezTo>
                <a:cubicBezTo>
                  <a:pt x="5749996" y="19639"/>
                  <a:pt x="5574559" y="43627"/>
                  <a:pt x="5336667" y="27432"/>
                </a:cubicBezTo>
                <a:cubicBezTo>
                  <a:pt x="5098775" y="11237"/>
                  <a:pt x="4837534" y="41882"/>
                  <a:pt x="4574286" y="27432"/>
                </a:cubicBezTo>
                <a:cubicBezTo>
                  <a:pt x="4311038" y="12982"/>
                  <a:pt x="4126419" y="26678"/>
                  <a:pt x="3917061" y="27432"/>
                </a:cubicBezTo>
                <a:cubicBezTo>
                  <a:pt x="3707704" y="28186"/>
                  <a:pt x="3657291" y="40087"/>
                  <a:pt x="3575304" y="27432"/>
                </a:cubicBezTo>
                <a:cubicBezTo>
                  <a:pt x="3493317" y="14777"/>
                  <a:pt x="3185226" y="45867"/>
                  <a:pt x="3023235" y="27432"/>
                </a:cubicBezTo>
                <a:cubicBezTo>
                  <a:pt x="2861244" y="8997"/>
                  <a:pt x="2597085" y="35801"/>
                  <a:pt x="2260854" y="27432"/>
                </a:cubicBezTo>
                <a:cubicBezTo>
                  <a:pt x="1924623" y="19063"/>
                  <a:pt x="1996678" y="15705"/>
                  <a:pt x="1813941" y="27432"/>
                </a:cubicBezTo>
                <a:cubicBezTo>
                  <a:pt x="1631204" y="39159"/>
                  <a:pt x="1187542" y="49167"/>
                  <a:pt x="946404" y="27432"/>
                </a:cubicBezTo>
                <a:cubicBezTo>
                  <a:pt x="705266" y="5697"/>
                  <a:pt x="404743" y="28229"/>
                  <a:pt x="0" y="27432"/>
                </a:cubicBezTo>
                <a:cubicBezTo>
                  <a:pt x="244" y="15297"/>
                  <a:pt x="645" y="7129"/>
                  <a:pt x="0" y="0"/>
                </a:cubicBezTo>
                <a:close/>
              </a:path>
              <a:path w="10515600" h="27432" stroke="0" extrusionOk="0">
                <a:moveTo>
                  <a:pt x="0" y="0"/>
                </a:moveTo>
                <a:cubicBezTo>
                  <a:pt x="230793" y="14353"/>
                  <a:pt x="332416" y="21392"/>
                  <a:pt x="552069" y="0"/>
                </a:cubicBezTo>
                <a:cubicBezTo>
                  <a:pt x="771722" y="-21392"/>
                  <a:pt x="761737" y="-14337"/>
                  <a:pt x="893826" y="0"/>
                </a:cubicBezTo>
                <a:cubicBezTo>
                  <a:pt x="1025915" y="14337"/>
                  <a:pt x="1441584" y="-15498"/>
                  <a:pt x="1761363" y="0"/>
                </a:cubicBezTo>
                <a:cubicBezTo>
                  <a:pt x="2081142" y="15498"/>
                  <a:pt x="2111503" y="7278"/>
                  <a:pt x="2313432" y="0"/>
                </a:cubicBezTo>
                <a:cubicBezTo>
                  <a:pt x="2515361" y="-7278"/>
                  <a:pt x="2743584" y="-17845"/>
                  <a:pt x="2865501" y="0"/>
                </a:cubicBezTo>
                <a:cubicBezTo>
                  <a:pt x="2987418" y="17845"/>
                  <a:pt x="3345183" y="8208"/>
                  <a:pt x="3733038" y="0"/>
                </a:cubicBezTo>
                <a:cubicBezTo>
                  <a:pt x="4120893" y="-8208"/>
                  <a:pt x="4009066" y="-3159"/>
                  <a:pt x="4179951" y="0"/>
                </a:cubicBezTo>
                <a:cubicBezTo>
                  <a:pt x="4350836" y="3159"/>
                  <a:pt x="4735020" y="17517"/>
                  <a:pt x="5047488" y="0"/>
                </a:cubicBezTo>
                <a:cubicBezTo>
                  <a:pt x="5359956" y="-17517"/>
                  <a:pt x="5662148" y="-17777"/>
                  <a:pt x="5915025" y="0"/>
                </a:cubicBezTo>
                <a:cubicBezTo>
                  <a:pt x="6167902" y="17777"/>
                  <a:pt x="6308797" y="30350"/>
                  <a:pt x="6572250" y="0"/>
                </a:cubicBezTo>
                <a:cubicBezTo>
                  <a:pt x="6835703" y="-30350"/>
                  <a:pt x="7107419" y="-9627"/>
                  <a:pt x="7439787" y="0"/>
                </a:cubicBezTo>
                <a:cubicBezTo>
                  <a:pt x="7772155" y="9627"/>
                  <a:pt x="7844034" y="-9098"/>
                  <a:pt x="7991856" y="0"/>
                </a:cubicBezTo>
                <a:cubicBezTo>
                  <a:pt x="8139678" y="9098"/>
                  <a:pt x="8289889" y="-20239"/>
                  <a:pt x="8543925" y="0"/>
                </a:cubicBezTo>
                <a:cubicBezTo>
                  <a:pt x="8797961" y="20239"/>
                  <a:pt x="8994198" y="29575"/>
                  <a:pt x="9306306" y="0"/>
                </a:cubicBezTo>
                <a:cubicBezTo>
                  <a:pt x="9618414" y="-29575"/>
                  <a:pt x="9739118" y="-23835"/>
                  <a:pt x="9858375" y="0"/>
                </a:cubicBezTo>
                <a:cubicBezTo>
                  <a:pt x="9977632" y="23835"/>
                  <a:pt x="10370488" y="-4069"/>
                  <a:pt x="10515600" y="0"/>
                </a:cubicBezTo>
                <a:cubicBezTo>
                  <a:pt x="10515650" y="5798"/>
                  <a:pt x="10515903" y="19375"/>
                  <a:pt x="10515600" y="27432"/>
                </a:cubicBezTo>
                <a:cubicBezTo>
                  <a:pt x="10304538" y="42307"/>
                  <a:pt x="10069280" y="3335"/>
                  <a:pt x="9753219" y="27432"/>
                </a:cubicBezTo>
                <a:cubicBezTo>
                  <a:pt x="9437158" y="51529"/>
                  <a:pt x="9488415" y="23852"/>
                  <a:pt x="9411462" y="27432"/>
                </a:cubicBezTo>
                <a:cubicBezTo>
                  <a:pt x="9334509" y="31012"/>
                  <a:pt x="9183755" y="44107"/>
                  <a:pt x="8964549" y="27432"/>
                </a:cubicBezTo>
                <a:cubicBezTo>
                  <a:pt x="8745343" y="10757"/>
                  <a:pt x="8279150" y="61693"/>
                  <a:pt x="8097012" y="27432"/>
                </a:cubicBezTo>
                <a:cubicBezTo>
                  <a:pt x="7914874" y="-6829"/>
                  <a:pt x="7608717" y="59556"/>
                  <a:pt x="7439787" y="27432"/>
                </a:cubicBezTo>
                <a:cubicBezTo>
                  <a:pt x="7270858" y="-4692"/>
                  <a:pt x="7154492" y="27026"/>
                  <a:pt x="6992874" y="27432"/>
                </a:cubicBezTo>
                <a:cubicBezTo>
                  <a:pt x="6831256" y="27838"/>
                  <a:pt x="6536817" y="51174"/>
                  <a:pt x="6335649" y="27432"/>
                </a:cubicBezTo>
                <a:cubicBezTo>
                  <a:pt x="6134481" y="3690"/>
                  <a:pt x="6097824" y="11070"/>
                  <a:pt x="5993892" y="27432"/>
                </a:cubicBezTo>
                <a:cubicBezTo>
                  <a:pt x="5889960" y="43794"/>
                  <a:pt x="5793821" y="34098"/>
                  <a:pt x="5652135" y="27432"/>
                </a:cubicBezTo>
                <a:cubicBezTo>
                  <a:pt x="5510449" y="20766"/>
                  <a:pt x="5168382" y="-3650"/>
                  <a:pt x="4994910" y="27432"/>
                </a:cubicBezTo>
                <a:cubicBezTo>
                  <a:pt x="4821439" y="58514"/>
                  <a:pt x="4653937" y="21362"/>
                  <a:pt x="4547997" y="27432"/>
                </a:cubicBezTo>
                <a:cubicBezTo>
                  <a:pt x="4442057" y="33502"/>
                  <a:pt x="4153363" y="33024"/>
                  <a:pt x="3785616" y="27432"/>
                </a:cubicBezTo>
                <a:cubicBezTo>
                  <a:pt x="3417869" y="21840"/>
                  <a:pt x="3544908" y="29840"/>
                  <a:pt x="3338703" y="27432"/>
                </a:cubicBezTo>
                <a:cubicBezTo>
                  <a:pt x="3132498" y="25024"/>
                  <a:pt x="2782152" y="45947"/>
                  <a:pt x="2576322" y="27432"/>
                </a:cubicBezTo>
                <a:cubicBezTo>
                  <a:pt x="2370492" y="8917"/>
                  <a:pt x="2347214" y="14129"/>
                  <a:pt x="2234565" y="27432"/>
                </a:cubicBezTo>
                <a:cubicBezTo>
                  <a:pt x="2121916" y="40735"/>
                  <a:pt x="1785921" y="49081"/>
                  <a:pt x="1472184" y="27432"/>
                </a:cubicBezTo>
                <a:cubicBezTo>
                  <a:pt x="1158447" y="5783"/>
                  <a:pt x="1203910" y="37937"/>
                  <a:pt x="1025271" y="27432"/>
                </a:cubicBezTo>
                <a:cubicBezTo>
                  <a:pt x="846632" y="16927"/>
                  <a:pt x="846577" y="17996"/>
                  <a:pt x="683514" y="27432"/>
                </a:cubicBezTo>
                <a:cubicBezTo>
                  <a:pt x="520451" y="36868"/>
                  <a:pt x="320799" y="46677"/>
                  <a:pt x="0" y="27432"/>
                </a:cubicBezTo>
                <a:cubicBezTo>
                  <a:pt x="-510" y="19859"/>
                  <a:pt x="-1106" y="11474"/>
                  <a:pt x="0" y="0"/>
                </a:cubicBezTo>
                <a:close/>
              </a:path>
            </a:pathLst>
          </a:custGeom>
          <a:solidFill>
            <a:schemeClr val="tx1"/>
          </a:solidFill>
          <a:ln w="38100" cap="rnd">
            <a:solidFill>
              <a:schemeClr val="tx1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8931118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EE9AC0-40CD-4451-BF00-5E2FC7B745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03704" y="1728216"/>
            <a:ext cx="7781544" cy="3392424"/>
          </a:xfrm>
        </p:spPr>
        <p:txBody>
          <a:bodyPr>
            <a:normAutofit/>
          </a:bodyPr>
          <a:lstStyle>
            <a:lvl1pPr algn="ctr">
              <a:defRPr sz="7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6FD9A32-9C83-452B-BC69-CC6E95D3C9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345051-2045-45DA-935E-2E3CA1A69ADC}" type="datetimeFigureOut">
              <a:rPr lang="en-US" smtClean="0"/>
              <a:t>11/6/2024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87B83E-E23E-42DE-876D-F55908A97D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61C03A8-D428-4010-B413-13B1E99226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CD31F4-64FA-4BA0-9498-67783267A8C8}" type="slidenum">
              <a:rPr lang="en-US" smtClean="0"/>
              <a:t>‹#›</a:t>
            </a:fld>
            <a:endParaRPr lang="en-US"/>
          </a:p>
        </p:txBody>
      </p:sp>
      <p:sp>
        <p:nvSpPr>
          <p:cNvPr id="6" name="Rectangle 6" descr="Tag=AccentColor&#10;Flavor=Light&#10;Target=FillAndLine">
            <a:extLst>
              <a:ext uri="{FF2B5EF4-FFF2-40B4-BE49-F238E27FC236}">
                <a16:creationId xmlns:a16="http://schemas.microsoft.com/office/drawing/2014/main" id="{17F03060-85EC-4182-8C18-C6EE0D373E4B}"/>
              </a:ext>
            </a:extLst>
          </p:cNvPr>
          <p:cNvSpPr/>
          <p:nvPr/>
        </p:nvSpPr>
        <p:spPr>
          <a:xfrm>
            <a:off x="3974206" y="5126892"/>
            <a:ext cx="4243589" cy="27432"/>
          </a:xfrm>
          <a:custGeom>
            <a:avLst/>
            <a:gdLst>
              <a:gd name="connsiteX0" fmla="*/ 0 w 4243589"/>
              <a:gd name="connsiteY0" fmla="*/ 0 h 27432"/>
              <a:gd name="connsiteX1" fmla="*/ 563791 w 4243589"/>
              <a:gd name="connsiteY1" fmla="*/ 0 h 27432"/>
              <a:gd name="connsiteX2" fmla="*/ 1042710 w 4243589"/>
              <a:gd name="connsiteY2" fmla="*/ 0 h 27432"/>
              <a:gd name="connsiteX3" fmla="*/ 1564066 w 4243589"/>
              <a:gd name="connsiteY3" fmla="*/ 0 h 27432"/>
              <a:gd name="connsiteX4" fmla="*/ 2212729 w 4243589"/>
              <a:gd name="connsiteY4" fmla="*/ 0 h 27432"/>
              <a:gd name="connsiteX5" fmla="*/ 2776520 w 4243589"/>
              <a:gd name="connsiteY5" fmla="*/ 0 h 27432"/>
              <a:gd name="connsiteX6" fmla="*/ 3297875 w 4243589"/>
              <a:gd name="connsiteY6" fmla="*/ 0 h 27432"/>
              <a:gd name="connsiteX7" fmla="*/ 4243589 w 4243589"/>
              <a:gd name="connsiteY7" fmla="*/ 0 h 27432"/>
              <a:gd name="connsiteX8" fmla="*/ 4243589 w 4243589"/>
              <a:gd name="connsiteY8" fmla="*/ 27432 h 27432"/>
              <a:gd name="connsiteX9" fmla="*/ 3637362 w 4243589"/>
              <a:gd name="connsiteY9" fmla="*/ 27432 h 27432"/>
              <a:gd name="connsiteX10" fmla="*/ 3116007 w 4243589"/>
              <a:gd name="connsiteY10" fmla="*/ 27432 h 27432"/>
              <a:gd name="connsiteX11" fmla="*/ 2424908 w 4243589"/>
              <a:gd name="connsiteY11" fmla="*/ 27432 h 27432"/>
              <a:gd name="connsiteX12" fmla="*/ 1861117 w 4243589"/>
              <a:gd name="connsiteY12" fmla="*/ 27432 h 27432"/>
              <a:gd name="connsiteX13" fmla="*/ 1382198 w 4243589"/>
              <a:gd name="connsiteY13" fmla="*/ 27432 h 27432"/>
              <a:gd name="connsiteX14" fmla="*/ 733535 w 4243589"/>
              <a:gd name="connsiteY14" fmla="*/ 27432 h 27432"/>
              <a:gd name="connsiteX15" fmla="*/ 0 w 4243589"/>
              <a:gd name="connsiteY15" fmla="*/ 27432 h 27432"/>
              <a:gd name="connsiteX16" fmla="*/ 0 w 4243589"/>
              <a:gd name="connsiteY16" fmla="*/ 0 h 274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4243589" h="27432" fill="none" extrusionOk="0">
                <a:moveTo>
                  <a:pt x="0" y="0"/>
                </a:moveTo>
                <a:cubicBezTo>
                  <a:pt x="157351" y="-15653"/>
                  <a:pt x="378877" y="-5828"/>
                  <a:pt x="563791" y="0"/>
                </a:cubicBezTo>
                <a:cubicBezTo>
                  <a:pt x="748705" y="5828"/>
                  <a:pt x="905659" y="-5525"/>
                  <a:pt x="1042710" y="0"/>
                </a:cubicBezTo>
                <a:cubicBezTo>
                  <a:pt x="1179761" y="5525"/>
                  <a:pt x="1356845" y="-21288"/>
                  <a:pt x="1564066" y="0"/>
                </a:cubicBezTo>
                <a:cubicBezTo>
                  <a:pt x="1771287" y="21288"/>
                  <a:pt x="1912099" y="25135"/>
                  <a:pt x="2212729" y="0"/>
                </a:cubicBezTo>
                <a:cubicBezTo>
                  <a:pt x="2513359" y="-25135"/>
                  <a:pt x="2514918" y="-27119"/>
                  <a:pt x="2776520" y="0"/>
                </a:cubicBezTo>
                <a:cubicBezTo>
                  <a:pt x="3038122" y="27119"/>
                  <a:pt x="3178771" y="18116"/>
                  <a:pt x="3297875" y="0"/>
                </a:cubicBezTo>
                <a:cubicBezTo>
                  <a:pt x="3416980" y="-18116"/>
                  <a:pt x="4012240" y="-40869"/>
                  <a:pt x="4243589" y="0"/>
                </a:cubicBezTo>
                <a:cubicBezTo>
                  <a:pt x="4242616" y="8304"/>
                  <a:pt x="4243111" y="21512"/>
                  <a:pt x="4243589" y="27432"/>
                </a:cubicBezTo>
                <a:cubicBezTo>
                  <a:pt x="4112949" y="6289"/>
                  <a:pt x="3928037" y="10975"/>
                  <a:pt x="3637362" y="27432"/>
                </a:cubicBezTo>
                <a:cubicBezTo>
                  <a:pt x="3346687" y="43889"/>
                  <a:pt x="3254446" y="35813"/>
                  <a:pt x="3116007" y="27432"/>
                </a:cubicBezTo>
                <a:cubicBezTo>
                  <a:pt x="2977569" y="19051"/>
                  <a:pt x="2620228" y="38017"/>
                  <a:pt x="2424908" y="27432"/>
                </a:cubicBezTo>
                <a:cubicBezTo>
                  <a:pt x="2229588" y="16847"/>
                  <a:pt x="2088287" y="5290"/>
                  <a:pt x="1861117" y="27432"/>
                </a:cubicBezTo>
                <a:cubicBezTo>
                  <a:pt x="1633947" y="49574"/>
                  <a:pt x="1502447" y="8273"/>
                  <a:pt x="1382198" y="27432"/>
                </a:cubicBezTo>
                <a:cubicBezTo>
                  <a:pt x="1261949" y="46591"/>
                  <a:pt x="1045440" y="37497"/>
                  <a:pt x="733535" y="27432"/>
                </a:cubicBezTo>
                <a:cubicBezTo>
                  <a:pt x="421630" y="17367"/>
                  <a:pt x="341257" y="-9215"/>
                  <a:pt x="0" y="27432"/>
                </a:cubicBezTo>
                <a:cubicBezTo>
                  <a:pt x="-1048" y="14992"/>
                  <a:pt x="-1120" y="7447"/>
                  <a:pt x="0" y="0"/>
                </a:cubicBezTo>
                <a:close/>
              </a:path>
              <a:path w="4243589" h="27432" stroke="0" extrusionOk="0">
                <a:moveTo>
                  <a:pt x="0" y="0"/>
                </a:moveTo>
                <a:cubicBezTo>
                  <a:pt x="128164" y="17204"/>
                  <a:pt x="312653" y="1129"/>
                  <a:pt x="563791" y="0"/>
                </a:cubicBezTo>
                <a:cubicBezTo>
                  <a:pt x="814929" y="-1129"/>
                  <a:pt x="837271" y="8503"/>
                  <a:pt x="1042710" y="0"/>
                </a:cubicBezTo>
                <a:cubicBezTo>
                  <a:pt x="1248149" y="-8503"/>
                  <a:pt x="1588432" y="-28862"/>
                  <a:pt x="1733809" y="0"/>
                </a:cubicBezTo>
                <a:cubicBezTo>
                  <a:pt x="1879186" y="28862"/>
                  <a:pt x="2052815" y="5974"/>
                  <a:pt x="2297600" y="0"/>
                </a:cubicBezTo>
                <a:cubicBezTo>
                  <a:pt x="2542385" y="-5974"/>
                  <a:pt x="2699960" y="-23550"/>
                  <a:pt x="2861391" y="0"/>
                </a:cubicBezTo>
                <a:cubicBezTo>
                  <a:pt x="3022822" y="23550"/>
                  <a:pt x="3390411" y="25272"/>
                  <a:pt x="3552490" y="0"/>
                </a:cubicBezTo>
                <a:cubicBezTo>
                  <a:pt x="3714569" y="-25272"/>
                  <a:pt x="3950585" y="-31327"/>
                  <a:pt x="4243589" y="0"/>
                </a:cubicBezTo>
                <a:cubicBezTo>
                  <a:pt x="4244074" y="9333"/>
                  <a:pt x="4244867" y="19699"/>
                  <a:pt x="4243589" y="27432"/>
                </a:cubicBezTo>
                <a:cubicBezTo>
                  <a:pt x="4130424" y="7904"/>
                  <a:pt x="3932803" y="51393"/>
                  <a:pt x="3722234" y="27432"/>
                </a:cubicBezTo>
                <a:cubicBezTo>
                  <a:pt x="3511665" y="3471"/>
                  <a:pt x="3269903" y="55138"/>
                  <a:pt x="3116007" y="27432"/>
                </a:cubicBezTo>
                <a:cubicBezTo>
                  <a:pt x="2962111" y="-274"/>
                  <a:pt x="2744280" y="32368"/>
                  <a:pt x="2509780" y="27432"/>
                </a:cubicBezTo>
                <a:cubicBezTo>
                  <a:pt x="2275280" y="22496"/>
                  <a:pt x="2066059" y="52808"/>
                  <a:pt x="1945989" y="27432"/>
                </a:cubicBezTo>
                <a:cubicBezTo>
                  <a:pt x="1825919" y="2056"/>
                  <a:pt x="1407329" y="21760"/>
                  <a:pt x="1254890" y="27432"/>
                </a:cubicBezTo>
                <a:cubicBezTo>
                  <a:pt x="1102451" y="33104"/>
                  <a:pt x="837950" y="40817"/>
                  <a:pt x="563791" y="27432"/>
                </a:cubicBezTo>
                <a:cubicBezTo>
                  <a:pt x="289632" y="14047"/>
                  <a:pt x="132768" y="16249"/>
                  <a:pt x="0" y="27432"/>
                </a:cubicBezTo>
                <a:cubicBezTo>
                  <a:pt x="211" y="18145"/>
                  <a:pt x="120" y="6480"/>
                  <a:pt x="0" y="0"/>
                </a:cubicBezTo>
                <a:close/>
              </a:path>
            </a:pathLst>
          </a:custGeom>
          <a:solidFill>
            <a:schemeClr val="tx1"/>
          </a:solidFill>
          <a:ln w="38100" cap="rnd">
            <a:solidFill>
              <a:schemeClr val="tx1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346148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72816A0-77C4-4A3F-87BD-A7321E3C84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345051-2045-45DA-935E-2E3CA1A69ADC}" type="datetimeFigureOut">
              <a:rPr lang="en-US" smtClean="0"/>
              <a:t>11/6/2024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5FC3464-F026-4C77-9441-55ECA5054D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87D9257-BADE-4D0B-AF0B-D09FE95FA0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CD31F4-64FA-4BA0-9498-67783267A8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997274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A1C48E-F751-45A2-9010-208B81EDBE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3429000"/>
          </a:xfrm>
        </p:spPr>
        <p:txBody>
          <a:bodyPr anchor="b">
            <a:normAutofit/>
          </a:bodyPr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9D501F6-8430-4758-8636-74D68E990EC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03520" y="548640"/>
            <a:ext cx="6053328" cy="5431536"/>
          </a:xfrm>
        </p:spPr>
        <p:txBody>
          <a:bodyPr anchor="ctr"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E79DC39-A29C-494C-98B6-999746C5F38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3977640"/>
            <a:ext cx="3932237" cy="2002536"/>
          </a:xfrm>
        </p:spPr>
        <p:txBody>
          <a:bodyPr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584C988-A6DB-469A-B8AA-31866F36E8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345051-2045-45DA-935E-2E3CA1A69ADC}" type="datetimeFigureOut">
              <a:rPr lang="en-US" smtClean="0"/>
              <a:t>11/6/2024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2BC39C3-81EB-4828-9AD3-2F1FAC521E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059376C-9810-49A5-BC9A-4E6A021752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CD31F4-64FA-4BA0-9498-67783267A8C8}" type="slidenum">
              <a:rPr lang="en-US" smtClean="0"/>
              <a:t>‹#›</a:t>
            </a:fld>
            <a:endParaRPr lang="en-US"/>
          </a:p>
        </p:txBody>
      </p:sp>
      <p:sp>
        <p:nvSpPr>
          <p:cNvPr id="8" name="Rectangle 6" descr="Tag=AccentColor&#10;Flavor=Light&#10;Target=FillAndLine">
            <a:extLst>
              <a:ext uri="{FF2B5EF4-FFF2-40B4-BE49-F238E27FC236}">
                <a16:creationId xmlns:a16="http://schemas.microsoft.com/office/drawing/2014/main" id="{B9F96F3A-E64D-4401-B02C-BCD5CAA97CFF}"/>
              </a:ext>
            </a:extLst>
          </p:cNvPr>
          <p:cNvSpPr/>
          <p:nvPr/>
        </p:nvSpPr>
        <p:spPr>
          <a:xfrm rot="5400000">
            <a:off x="2797492" y="3254143"/>
            <a:ext cx="4480560" cy="27432"/>
          </a:xfrm>
          <a:custGeom>
            <a:avLst/>
            <a:gdLst>
              <a:gd name="connsiteX0" fmla="*/ 0 w 4480560"/>
              <a:gd name="connsiteY0" fmla="*/ 0 h 27432"/>
              <a:gd name="connsiteX1" fmla="*/ 595274 w 4480560"/>
              <a:gd name="connsiteY1" fmla="*/ 0 h 27432"/>
              <a:gd name="connsiteX2" fmla="*/ 1100938 w 4480560"/>
              <a:gd name="connsiteY2" fmla="*/ 0 h 27432"/>
              <a:gd name="connsiteX3" fmla="*/ 1651406 w 4480560"/>
              <a:gd name="connsiteY3" fmla="*/ 0 h 27432"/>
              <a:gd name="connsiteX4" fmla="*/ 2336292 w 4480560"/>
              <a:gd name="connsiteY4" fmla="*/ 0 h 27432"/>
              <a:gd name="connsiteX5" fmla="*/ 2931566 w 4480560"/>
              <a:gd name="connsiteY5" fmla="*/ 0 h 27432"/>
              <a:gd name="connsiteX6" fmla="*/ 3482035 w 4480560"/>
              <a:gd name="connsiteY6" fmla="*/ 0 h 27432"/>
              <a:gd name="connsiteX7" fmla="*/ 4480560 w 4480560"/>
              <a:gd name="connsiteY7" fmla="*/ 0 h 27432"/>
              <a:gd name="connsiteX8" fmla="*/ 4480560 w 4480560"/>
              <a:gd name="connsiteY8" fmla="*/ 27432 h 27432"/>
              <a:gd name="connsiteX9" fmla="*/ 3840480 w 4480560"/>
              <a:gd name="connsiteY9" fmla="*/ 27432 h 27432"/>
              <a:gd name="connsiteX10" fmla="*/ 3290011 w 4480560"/>
              <a:gd name="connsiteY10" fmla="*/ 27432 h 27432"/>
              <a:gd name="connsiteX11" fmla="*/ 2560320 w 4480560"/>
              <a:gd name="connsiteY11" fmla="*/ 27432 h 27432"/>
              <a:gd name="connsiteX12" fmla="*/ 1965046 w 4480560"/>
              <a:gd name="connsiteY12" fmla="*/ 27432 h 27432"/>
              <a:gd name="connsiteX13" fmla="*/ 1459382 w 4480560"/>
              <a:gd name="connsiteY13" fmla="*/ 27432 h 27432"/>
              <a:gd name="connsiteX14" fmla="*/ 774497 w 4480560"/>
              <a:gd name="connsiteY14" fmla="*/ 27432 h 27432"/>
              <a:gd name="connsiteX15" fmla="*/ 0 w 4480560"/>
              <a:gd name="connsiteY15" fmla="*/ 27432 h 27432"/>
              <a:gd name="connsiteX16" fmla="*/ 0 w 4480560"/>
              <a:gd name="connsiteY16" fmla="*/ 0 h 274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4480560" h="27432" fill="none" extrusionOk="0">
                <a:moveTo>
                  <a:pt x="0" y="0"/>
                </a:moveTo>
                <a:cubicBezTo>
                  <a:pt x="267821" y="8731"/>
                  <a:pt x="334105" y="2629"/>
                  <a:pt x="595274" y="0"/>
                </a:cubicBezTo>
                <a:cubicBezTo>
                  <a:pt x="856443" y="-2629"/>
                  <a:pt x="863808" y="-13353"/>
                  <a:pt x="1100938" y="0"/>
                </a:cubicBezTo>
                <a:cubicBezTo>
                  <a:pt x="1338068" y="13353"/>
                  <a:pt x="1431663" y="-25862"/>
                  <a:pt x="1651406" y="0"/>
                </a:cubicBezTo>
                <a:cubicBezTo>
                  <a:pt x="1871149" y="25862"/>
                  <a:pt x="2173163" y="23827"/>
                  <a:pt x="2336292" y="0"/>
                </a:cubicBezTo>
                <a:cubicBezTo>
                  <a:pt x="2499421" y="-23827"/>
                  <a:pt x="2720589" y="28148"/>
                  <a:pt x="2931566" y="0"/>
                </a:cubicBezTo>
                <a:cubicBezTo>
                  <a:pt x="3142543" y="-28148"/>
                  <a:pt x="3323630" y="27022"/>
                  <a:pt x="3482035" y="0"/>
                </a:cubicBezTo>
                <a:cubicBezTo>
                  <a:pt x="3640440" y="-27022"/>
                  <a:pt x="4012110" y="-20118"/>
                  <a:pt x="4480560" y="0"/>
                </a:cubicBezTo>
                <a:cubicBezTo>
                  <a:pt x="4479587" y="8304"/>
                  <a:pt x="4480082" y="21512"/>
                  <a:pt x="4480560" y="27432"/>
                </a:cubicBezTo>
                <a:cubicBezTo>
                  <a:pt x="4314132" y="24068"/>
                  <a:pt x="4028383" y="45776"/>
                  <a:pt x="3840480" y="27432"/>
                </a:cubicBezTo>
                <a:cubicBezTo>
                  <a:pt x="3652577" y="9088"/>
                  <a:pt x="3547615" y="11992"/>
                  <a:pt x="3290011" y="27432"/>
                </a:cubicBezTo>
                <a:cubicBezTo>
                  <a:pt x="3032407" y="42872"/>
                  <a:pt x="2830268" y="17863"/>
                  <a:pt x="2560320" y="27432"/>
                </a:cubicBezTo>
                <a:cubicBezTo>
                  <a:pt x="2290372" y="37001"/>
                  <a:pt x="2147422" y="15872"/>
                  <a:pt x="1965046" y="27432"/>
                </a:cubicBezTo>
                <a:cubicBezTo>
                  <a:pt x="1782670" y="38992"/>
                  <a:pt x="1689791" y="49824"/>
                  <a:pt x="1459382" y="27432"/>
                </a:cubicBezTo>
                <a:cubicBezTo>
                  <a:pt x="1228973" y="5040"/>
                  <a:pt x="915486" y="45645"/>
                  <a:pt x="774497" y="27432"/>
                </a:cubicBezTo>
                <a:cubicBezTo>
                  <a:pt x="633508" y="9219"/>
                  <a:pt x="361442" y="-1963"/>
                  <a:pt x="0" y="27432"/>
                </a:cubicBezTo>
                <a:cubicBezTo>
                  <a:pt x="-1048" y="14992"/>
                  <a:pt x="-1120" y="7447"/>
                  <a:pt x="0" y="0"/>
                </a:cubicBezTo>
                <a:close/>
              </a:path>
              <a:path w="4480560" h="27432" stroke="0" extrusionOk="0">
                <a:moveTo>
                  <a:pt x="0" y="0"/>
                </a:moveTo>
                <a:cubicBezTo>
                  <a:pt x="285465" y="225"/>
                  <a:pt x="322691" y="16223"/>
                  <a:pt x="595274" y="0"/>
                </a:cubicBezTo>
                <a:cubicBezTo>
                  <a:pt x="867857" y="-16223"/>
                  <a:pt x="989129" y="-11242"/>
                  <a:pt x="1100938" y="0"/>
                </a:cubicBezTo>
                <a:cubicBezTo>
                  <a:pt x="1212747" y="11242"/>
                  <a:pt x="1574350" y="-36410"/>
                  <a:pt x="1830629" y="0"/>
                </a:cubicBezTo>
                <a:cubicBezTo>
                  <a:pt x="2086908" y="36410"/>
                  <a:pt x="2180922" y="4645"/>
                  <a:pt x="2425903" y="0"/>
                </a:cubicBezTo>
                <a:cubicBezTo>
                  <a:pt x="2670884" y="-4645"/>
                  <a:pt x="2782024" y="22929"/>
                  <a:pt x="3021178" y="0"/>
                </a:cubicBezTo>
                <a:cubicBezTo>
                  <a:pt x="3260332" y="-22929"/>
                  <a:pt x="3456982" y="-1586"/>
                  <a:pt x="3750869" y="0"/>
                </a:cubicBezTo>
                <a:cubicBezTo>
                  <a:pt x="4044756" y="1586"/>
                  <a:pt x="4302726" y="17043"/>
                  <a:pt x="4480560" y="0"/>
                </a:cubicBezTo>
                <a:cubicBezTo>
                  <a:pt x="4481045" y="9333"/>
                  <a:pt x="4481838" y="19699"/>
                  <a:pt x="4480560" y="27432"/>
                </a:cubicBezTo>
                <a:cubicBezTo>
                  <a:pt x="4279652" y="2294"/>
                  <a:pt x="4200762" y="50710"/>
                  <a:pt x="3930091" y="27432"/>
                </a:cubicBezTo>
                <a:cubicBezTo>
                  <a:pt x="3659420" y="4154"/>
                  <a:pt x="3456052" y="31438"/>
                  <a:pt x="3290011" y="27432"/>
                </a:cubicBezTo>
                <a:cubicBezTo>
                  <a:pt x="3123970" y="23426"/>
                  <a:pt x="2882392" y="41962"/>
                  <a:pt x="2649931" y="27432"/>
                </a:cubicBezTo>
                <a:cubicBezTo>
                  <a:pt x="2417470" y="12902"/>
                  <a:pt x="2238426" y="16481"/>
                  <a:pt x="2054657" y="27432"/>
                </a:cubicBezTo>
                <a:cubicBezTo>
                  <a:pt x="1870888" y="38383"/>
                  <a:pt x="1566368" y="54184"/>
                  <a:pt x="1324966" y="27432"/>
                </a:cubicBezTo>
                <a:cubicBezTo>
                  <a:pt x="1083564" y="680"/>
                  <a:pt x="787410" y="20090"/>
                  <a:pt x="595274" y="27432"/>
                </a:cubicBezTo>
                <a:cubicBezTo>
                  <a:pt x="403138" y="34774"/>
                  <a:pt x="169622" y="19643"/>
                  <a:pt x="0" y="27432"/>
                </a:cubicBezTo>
                <a:cubicBezTo>
                  <a:pt x="211" y="18145"/>
                  <a:pt x="120" y="6480"/>
                  <a:pt x="0" y="0"/>
                </a:cubicBezTo>
                <a:close/>
              </a:path>
            </a:pathLst>
          </a:custGeom>
          <a:solidFill>
            <a:schemeClr val="tx1"/>
          </a:solidFill>
          <a:ln w="44450" cap="rnd">
            <a:solidFill>
              <a:schemeClr val="tx1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868028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237704-80BD-41B0-8395-41618EC3AF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1920" cy="3429000"/>
          </a:xfrm>
        </p:spPr>
        <p:txBody>
          <a:bodyPr anchor="b">
            <a:normAutofit/>
          </a:bodyPr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4DA4032-EC66-4974-BD30-898B60E4B56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303520" y="548640"/>
            <a:ext cx="6053328" cy="5431536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21802D0-5574-4631-BA49-92362F8E40D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3977640"/>
            <a:ext cx="3931920" cy="2002536"/>
          </a:xfrm>
        </p:spPr>
        <p:txBody>
          <a:bodyPr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62C2F5B-DDDD-4E64-94A9-99E46F4B06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345051-2045-45DA-935E-2E3CA1A69ADC}" type="datetimeFigureOut">
              <a:rPr lang="en-US" smtClean="0"/>
              <a:t>11/6/2024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4FA8D36-8865-48E7-8249-ED729A5F70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30F98C3-0B62-4361-8408-A01F70807C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CD31F4-64FA-4BA0-9498-67783267A8C8}" type="slidenum">
              <a:rPr lang="en-US" smtClean="0"/>
              <a:t>‹#›</a:t>
            </a:fld>
            <a:endParaRPr lang="en-US"/>
          </a:p>
        </p:txBody>
      </p:sp>
      <p:sp>
        <p:nvSpPr>
          <p:cNvPr id="8" name="Rectangle 6" descr="Tag=AccentColor&#10;Flavor=Light&#10;Target=FillAndLine">
            <a:extLst>
              <a:ext uri="{FF2B5EF4-FFF2-40B4-BE49-F238E27FC236}">
                <a16:creationId xmlns:a16="http://schemas.microsoft.com/office/drawing/2014/main" id="{FE511AB6-FEAF-4549-BA88-0764BD10B63D}"/>
              </a:ext>
            </a:extLst>
          </p:cNvPr>
          <p:cNvSpPr/>
          <p:nvPr/>
        </p:nvSpPr>
        <p:spPr>
          <a:xfrm rot="5400000">
            <a:off x="2798064" y="3254143"/>
            <a:ext cx="4480560" cy="27432"/>
          </a:xfrm>
          <a:custGeom>
            <a:avLst/>
            <a:gdLst>
              <a:gd name="connsiteX0" fmla="*/ 0 w 4480560"/>
              <a:gd name="connsiteY0" fmla="*/ 0 h 27432"/>
              <a:gd name="connsiteX1" fmla="*/ 595274 w 4480560"/>
              <a:gd name="connsiteY1" fmla="*/ 0 h 27432"/>
              <a:gd name="connsiteX2" fmla="*/ 1100938 w 4480560"/>
              <a:gd name="connsiteY2" fmla="*/ 0 h 27432"/>
              <a:gd name="connsiteX3" fmla="*/ 1651406 w 4480560"/>
              <a:gd name="connsiteY3" fmla="*/ 0 h 27432"/>
              <a:gd name="connsiteX4" fmla="*/ 2336292 w 4480560"/>
              <a:gd name="connsiteY4" fmla="*/ 0 h 27432"/>
              <a:gd name="connsiteX5" fmla="*/ 2931566 w 4480560"/>
              <a:gd name="connsiteY5" fmla="*/ 0 h 27432"/>
              <a:gd name="connsiteX6" fmla="*/ 3482035 w 4480560"/>
              <a:gd name="connsiteY6" fmla="*/ 0 h 27432"/>
              <a:gd name="connsiteX7" fmla="*/ 4480560 w 4480560"/>
              <a:gd name="connsiteY7" fmla="*/ 0 h 27432"/>
              <a:gd name="connsiteX8" fmla="*/ 4480560 w 4480560"/>
              <a:gd name="connsiteY8" fmla="*/ 27432 h 27432"/>
              <a:gd name="connsiteX9" fmla="*/ 3840480 w 4480560"/>
              <a:gd name="connsiteY9" fmla="*/ 27432 h 27432"/>
              <a:gd name="connsiteX10" fmla="*/ 3290011 w 4480560"/>
              <a:gd name="connsiteY10" fmla="*/ 27432 h 27432"/>
              <a:gd name="connsiteX11" fmla="*/ 2560320 w 4480560"/>
              <a:gd name="connsiteY11" fmla="*/ 27432 h 27432"/>
              <a:gd name="connsiteX12" fmla="*/ 1965046 w 4480560"/>
              <a:gd name="connsiteY12" fmla="*/ 27432 h 27432"/>
              <a:gd name="connsiteX13" fmla="*/ 1459382 w 4480560"/>
              <a:gd name="connsiteY13" fmla="*/ 27432 h 27432"/>
              <a:gd name="connsiteX14" fmla="*/ 774497 w 4480560"/>
              <a:gd name="connsiteY14" fmla="*/ 27432 h 27432"/>
              <a:gd name="connsiteX15" fmla="*/ 0 w 4480560"/>
              <a:gd name="connsiteY15" fmla="*/ 27432 h 27432"/>
              <a:gd name="connsiteX16" fmla="*/ 0 w 4480560"/>
              <a:gd name="connsiteY16" fmla="*/ 0 h 274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4480560" h="27432" fill="none" extrusionOk="0">
                <a:moveTo>
                  <a:pt x="0" y="0"/>
                </a:moveTo>
                <a:cubicBezTo>
                  <a:pt x="267821" y="8731"/>
                  <a:pt x="334105" y="2629"/>
                  <a:pt x="595274" y="0"/>
                </a:cubicBezTo>
                <a:cubicBezTo>
                  <a:pt x="856443" y="-2629"/>
                  <a:pt x="863808" y="-13353"/>
                  <a:pt x="1100938" y="0"/>
                </a:cubicBezTo>
                <a:cubicBezTo>
                  <a:pt x="1338068" y="13353"/>
                  <a:pt x="1431663" y="-25862"/>
                  <a:pt x="1651406" y="0"/>
                </a:cubicBezTo>
                <a:cubicBezTo>
                  <a:pt x="1871149" y="25862"/>
                  <a:pt x="2173163" y="23827"/>
                  <a:pt x="2336292" y="0"/>
                </a:cubicBezTo>
                <a:cubicBezTo>
                  <a:pt x="2499421" y="-23827"/>
                  <a:pt x="2720589" y="28148"/>
                  <a:pt x="2931566" y="0"/>
                </a:cubicBezTo>
                <a:cubicBezTo>
                  <a:pt x="3142543" y="-28148"/>
                  <a:pt x="3323630" y="27022"/>
                  <a:pt x="3482035" y="0"/>
                </a:cubicBezTo>
                <a:cubicBezTo>
                  <a:pt x="3640440" y="-27022"/>
                  <a:pt x="4012110" y="-20118"/>
                  <a:pt x="4480560" y="0"/>
                </a:cubicBezTo>
                <a:cubicBezTo>
                  <a:pt x="4479587" y="8304"/>
                  <a:pt x="4480082" y="21512"/>
                  <a:pt x="4480560" y="27432"/>
                </a:cubicBezTo>
                <a:cubicBezTo>
                  <a:pt x="4314132" y="24068"/>
                  <a:pt x="4028383" y="45776"/>
                  <a:pt x="3840480" y="27432"/>
                </a:cubicBezTo>
                <a:cubicBezTo>
                  <a:pt x="3652577" y="9088"/>
                  <a:pt x="3547615" y="11992"/>
                  <a:pt x="3290011" y="27432"/>
                </a:cubicBezTo>
                <a:cubicBezTo>
                  <a:pt x="3032407" y="42872"/>
                  <a:pt x="2830268" y="17863"/>
                  <a:pt x="2560320" y="27432"/>
                </a:cubicBezTo>
                <a:cubicBezTo>
                  <a:pt x="2290372" y="37001"/>
                  <a:pt x="2147422" y="15872"/>
                  <a:pt x="1965046" y="27432"/>
                </a:cubicBezTo>
                <a:cubicBezTo>
                  <a:pt x="1782670" y="38992"/>
                  <a:pt x="1689791" y="49824"/>
                  <a:pt x="1459382" y="27432"/>
                </a:cubicBezTo>
                <a:cubicBezTo>
                  <a:pt x="1228973" y="5040"/>
                  <a:pt x="915486" y="45645"/>
                  <a:pt x="774497" y="27432"/>
                </a:cubicBezTo>
                <a:cubicBezTo>
                  <a:pt x="633508" y="9219"/>
                  <a:pt x="361442" y="-1963"/>
                  <a:pt x="0" y="27432"/>
                </a:cubicBezTo>
                <a:cubicBezTo>
                  <a:pt x="-1048" y="14992"/>
                  <a:pt x="-1120" y="7447"/>
                  <a:pt x="0" y="0"/>
                </a:cubicBezTo>
                <a:close/>
              </a:path>
              <a:path w="4480560" h="27432" stroke="0" extrusionOk="0">
                <a:moveTo>
                  <a:pt x="0" y="0"/>
                </a:moveTo>
                <a:cubicBezTo>
                  <a:pt x="285465" y="225"/>
                  <a:pt x="322691" y="16223"/>
                  <a:pt x="595274" y="0"/>
                </a:cubicBezTo>
                <a:cubicBezTo>
                  <a:pt x="867857" y="-16223"/>
                  <a:pt x="989129" y="-11242"/>
                  <a:pt x="1100938" y="0"/>
                </a:cubicBezTo>
                <a:cubicBezTo>
                  <a:pt x="1212747" y="11242"/>
                  <a:pt x="1574350" y="-36410"/>
                  <a:pt x="1830629" y="0"/>
                </a:cubicBezTo>
                <a:cubicBezTo>
                  <a:pt x="2086908" y="36410"/>
                  <a:pt x="2180922" y="4645"/>
                  <a:pt x="2425903" y="0"/>
                </a:cubicBezTo>
                <a:cubicBezTo>
                  <a:pt x="2670884" y="-4645"/>
                  <a:pt x="2782024" y="22929"/>
                  <a:pt x="3021178" y="0"/>
                </a:cubicBezTo>
                <a:cubicBezTo>
                  <a:pt x="3260332" y="-22929"/>
                  <a:pt x="3456982" y="-1586"/>
                  <a:pt x="3750869" y="0"/>
                </a:cubicBezTo>
                <a:cubicBezTo>
                  <a:pt x="4044756" y="1586"/>
                  <a:pt x="4302726" y="17043"/>
                  <a:pt x="4480560" y="0"/>
                </a:cubicBezTo>
                <a:cubicBezTo>
                  <a:pt x="4481045" y="9333"/>
                  <a:pt x="4481838" y="19699"/>
                  <a:pt x="4480560" y="27432"/>
                </a:cubicBezTo>
                <a:cubicBezTo>
                  <a:pt x="4279652" y="2294"/>
                  <a:pt x="4200762" y="50710"/>
                  <a:pt x="3930091" y="27432"/>
                </a:cubicBezTo>
                <a:cubicBezTo>
                  <a:pt x="3659420" y="4154"/>
                  <a:pt x="3456052" y="31438"/>
                  <a:pt x="3290011" y="27432"/>
                </a:cubicBezTo>
                <a:cubicBezTo>
                  <a:pt x="3123970" y="23426"/>
                  <a:pt x="2882392" y="41962"/>
                  <a:pt x="2649931" y="27432"/>
                </a:cubicBezTo>
                <a:cubicBezTo>
                  <a:pt x="2417470" y="12902"/>
                  <a:pt x="2238426" y="16481"/>
                  <a:pt x="2054657" y="27432"/>
                </a:cubicBezTo>
                <a:cubicBezTo>
                  <a:pt x="1870888" y="38383"/>
                  <a:pt x="1566368" y="54184"/>
                  <a:pt x="1324966" y="27432"/>
                </a:cubicBezTo>
                <a:cubicBezTo>
                  <a:pt x="1083564" y="680"/>
                  <a:pt x="787410" y="20090"/>
                  <a:pt x="595274" y="27432"/>
                </a:cubicBezTo>
                <a:cubicBezTo>
                  <a:pt x="403138" y="34774"/>
                  <a:pt x="169622" y="19643"/>
                  <a:pt x="0" y="27432"/>
                </a:cubicBezTo>
                <a:cubicBezTo>
                  <a:pt x="211" y="18145"/>
                  <a:pt x="120" y="6480"/>
                  <a:pt x="0" y="0"/>
                </a:cubicBezTo>
                <a:close/>
              </a:path>
            </a:pathLst>
          </a:custGeom>
          <a:solidFill>
            <a:schemeClr val="tx1"/>
          </a:solidFill>
          <a:ln w="44450" cap="rnd">
            <a:solidFill>
              <a:schemeClr val="tx1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71713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07CF8D-FF51-4FD8-B968-A2C8507347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661A953-02EA-491B-A215-AF8420D74D3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084D1E-BC98-44E4-8D2C-89CCDC2933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345051-2045-45DA-935E-2E3CA1A69ADC}" type="datetimeFigureOut">
              <a:rPr lang="en-US" smtClean="0"/>
              <a:t>11/6/2024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13019EB-9C2B-4833-B72A-1476941597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5F6E764-5688-45F5-94ED-A7357D2F56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CD31F4-64FA-4BA0-9498-67783267A8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019405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20E3CB6-3025-40BF-A04B-A7B0CB4C01F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EDD5CB3-8B24-48C7-89D3-8DCAD36A453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50BC931-E2BF-4C1D-91AA-89F82F8268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345051-2045-45DA-935E-2E3CA1A69ADC}" type="datetimeFigureOut">
              <a:rPr lang="en-US" smtClean="0"/>
              <a:t>11/6/2024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548A135-AEE9-4483-957E-3D143318DD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28DEFD4-A052-46B3-B2AE-F3091D8A2F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CD31F4-64FA-4BA0-9498-67783267A8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434854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F72D13B-FFCB-4650-AD3C-CB50373525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0CA9470-DF15-46A1-BF0E-8A5367A4B0F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63047CB-E94D-482F-BACA-681E96C0EC2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2345051-2045-45DA-935E-2E3CA1A69ADC}" type="datetimeFigureOut">
              <a:rPr lang="en-US" smtClean="0"/>
              <a:t>11/6/2024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CFDA4B5-E797-42FC-8B7A-2294DF24A3D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78ED201-6D0E-422C-B4EC-566A3DC2980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7CD31F4-64FA-4BA0-9498-67783267A8C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874150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68" r:id="rId1"/>
    <p:sldLayoutId id="2147483769" r:id="rId2"/>
    <p:sldLayoutId id="2147483770" r:id="rId3"/>
    <p:sldLayoutId id="2147483771" r:id="rId4"/>
    <p:sldLayoutId id="2147483772" r:id="rId5"/>
    <p:sldLayoutId id="2147483766" r:id="rId6"/>
    <p:sldLayoutId id="2147483762" r:id="rId7"/>
    <p:sldLayoutId id="2147483763" r:id="rId8"/>
    <p:sldLayoutId id="2147483764" r:id="rId9"/>
    <p:sldLayoutId id="2147483765" r:id="rId10"/>
    <p:sldLayoutId id="2147483767" r:id="rId11"/>
  </p:sldLayoutIdLst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8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1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10" Type="http://schemas.openxmlformats.org/officeDocument/2006/relationships/image" Target="../media/image13.png"/><Relationship Id="rId4" Type="http://schemas.openxmlformats.org/officeDocument/2006/relationships/diagramLayout" Target="../diagrams/layout2.xml"/><Relationship Id="rId9" Type="http://schemas.openxmlformats.org/officeDocument/2006/relationships/image" Target="../media/image1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0.png"/><Relationship Id="rId2" Type="http://schemas.openxmlformats.org/officeDocument/2006/relationships/customXml" Target="../ink/ink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png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0.png"/><Relationship Id="rId2" Type="http://schemas.openxmlformats.org/officeDocument/2006/relationships/customXml" Target="../ink/ink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4.png"/><Relationship Id="rId4" Type="http://schemas.openxmlformats.org/officeDocument/2006/relationships/image" Target="../media/image33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3" name="Rectangle 22">
            <a:extLst>
              <a:ext uri="{FF2B5EF4-FFF2-40B4-BE49-F238E27FC236}">
                <a16:creationId xmlns:a16="http://schemas.microsoft.com/office/drawing/2014/main" id="{657F69E0-C4B0-4BEC-A689-4F8D877F05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Picture 6" descr="Cartoon of two cats in a kitchen&#10;&#10;Description automatically generated with medium confidence">
            <a:extLst>
              <a:ext uri="{FF2B5EF4-FFF2-40B4-BE49-F238E27FC236}">
                <a16:creationId xmlns:a16="http://schemas.microsoft.com/office/drawing/2014/main" id="{59040308-0F5D-5A8C-B78B-848485137535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50000"/>
          </a:blip>
          <a:srcRect t="11227" r="-1" b="4482"/>
          <a:stretch/>
        </p:blipFill>
        <p:spPr>
          <a:xfrm>
            <a:off x="20" y="10"/>
            <a:ext cx="12188930" cy="685799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24E17F6D-7ABD-780E-3546-F03D619B35F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2476" y="291091"/>
            <a:ext cx="9144000" cy="3063240"/>
          </a:xfrm>
        </p:spPr>
        <p:txBody>
          <a:bodyPr>
            <a:normAutofit/>
          </a:bodyPr>
          <a:lstStyle/>
          <a:p>
            <a:pPr algn="ctr">
              <a:lnSpc>
                <a:spcPct val="90000"/>
              </a:lnSpc>
            </a:pPr>
            <a:r>
              <a:rPr lang="en-US" sz="7600" dirty="0">
                <a:latin typeface="Aharoni" panose="02010803020104030203" pitchFamily="2" charset="-79"/>
                <a:cs typeface="Aharoni" panose="02010803020104030203" pitchFamily="2" charset="-79"/>
              </a:rPr>
              <a:t>Pizzeria</a:t>
            </a:r>
            <a:r>
              <a:rPr lang="en-US" sz="7600" dirty="0"/>
              <a:t> del </a:t>
            </a:r>
            <a:r>
              <a:rPr lang="en-US" sz="7600" dirty="0" err="1"/>
              <a:t>Gatito</a:t>
            </a:r>
            <a:br>
              <a:rPr lang="en-US" sz="7600" dirty="0"/>
            </a:br>
            <a:endParaRPr lang="en-US" sz="7600" dirty="0"/>
          </a:p>
        </p:txBody>
      </p:sp>
      <p:sp>
        <p:nvSpPr>
          <p:cNvPr id="25" name="Rectangle 6">
            <a:extLst>
              <a:ext uri="{FF2B5EF4-FFF2-40B4-BE49-F238E27FC236}">
                <a16:creationId xmlns:a16="http://schemas.microsoft.com/office/drawing/2014/main" id="{9F6380B4-6A1C-481E-8408-B4E6C75B9B8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974206" y="4368623"/>
            <a:ext cx="4243589" cy="27432"/>
          </a:xfrm>
          <a:custGeom>
            <a:avLst/>
            <a:gdLst>
              <a:gd name="connsiteX0" fmla="*/ 0 w 4243589"/>
              <a:gd name="connsiteY0" fmla="*/ 0 h 27432"/>
              <a:gd name="connsiteX1" fmla="*/ 563791 w 4243589"/>
              <a:gd name="connsiteY1" fmla="*/ 0 h 27432"/>
              <a:gd name="connsiteX2" fmla="*/ 1042710 w 4243589"/>
              <a:gd name="connsiteY2" fmla="*/ 0 h 27432"/>
              <a:gd name="connsiteX3" fmla="*/ 1564066 w 4243589"/>
              <a:gd name="connsiteY3" fmla="*/ 0 h 27432"/>
              <a:gd name="connsiteX4" fmla="*/ 2212729 w 4243589"/>
              <a:gd name="connsiteY4" fmla="*/ 0 h 27432"/>
              <a:gd name="connsiteX5" fmla="*/ 2776520 w 4243589"/>
              <a:gd name="connsiteY5" fmla="*/ 0 h 27432"/>
              <a:gd name="connsiteX6" fmla="*/ 3297875 w 4243589"/>
              <a:gd name="connsiteY6" fmla="*/ 0 h 27432"/>
              <a:gd name="connsiteX7" fmla="*/ 4243589 w 4243589"/>
              <a:gd name="connsiteY7" fmla="*/ 0 h 27432"/>
              <a:gd name="connsiteX8" fmla="*/ 4243589 w 4243589"/>
              <a:gd name="connsiteY8" fmla="*/ 27432 h 27432"/>
              <a:gd name="connsiteX9" fmla="*/ 3637362 w 4243589"/>
              <a:gd name="connsiteY9" fmla="*/ 27432 h 27432"/>
              <a:gd name="connsiteX10" fmla="*/ 3116007 w 4243589"/>
              <a:gd name="connsiteY10" fmla="*/ 27432 h 27432"/>
              <a:gd name="connsiteX11" fmla="*/ 2424908 w 4243589"/>
              <a:gd name="connsiteY11" fmla="*/ 27432 h 27432"/>
              <a:gd name="connsiteX12" fmla="*/ 1861117 w 4243589"/>
              <a:gd name="connsiteY12" fmla="*/ 27432 h 27432"/>
              <a:gd name="connsiteX13" fmla="*/ 1382198 w 4243589"/>
              <a:gd name="connsiteY13" fmla="*/ 27432 h 27432"/>
              <a:gd name="connsiteX14" fmla="*/ 733535 w 4243589"/>
              <a:gd name="connsiteY14" fmla="*/ 27432 h 27432"/>
              <a:gd name="connsiteX15" fmla="*/ 0 w 4243589"/>
              <a:gd name="connsiteY15" fmla="*/ 27432 h 27432"/>
              <a:gd name="connsiteX16" fmla="*/ 0 w 4243589"/>
              <a:gd name="connsiteY16" fmla="*/ 0 h 274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4243589" h="27432" fill="none" extrusionOk="0">
                <a:moveTo>
                  <a:pt x="0" y="0"/>
                </a:moveTo>
                <a:cubicBezTo>
                  <a:pt x="157351" y="-15653"/>
                  <a:pt x="378877" y="-5828"/>
                  <a:pt x="563791" y="0"/>
                </a:cubicBezTo>
                <a:cubicBezTo>
                  <a:pt x="748705" y="5828"/>
                  <a:pt x="905659" y="-5525"/>
                  <a:pt x="1042710" y="0"/>
                </a:cubicBezTo>
                <a:cubicBezTo>
                  <a:pt x="1179761" y="5525"/>
                  <a:pt x="1356845" y="-21288"/>
                  <a:pt x="1564066" y="0"/>
                </a:cubicBezTo>
                <a:cubicBezTo>
                  <a:pt x="1771287" y="21288"/>
                  <a:pt x="1912099" y="25135"/>
                  <a:pt x="2212729" y="0"/>
                </a:cubicBezTo>
                <a:cubicBezTo>
                  <a:pt x="2513359" y="-25135"/>
                  <a:pt x="2514918" y="-27119"/>
                  <a:pt x="2776520" y="0"/>
                </a:cubicBezTo>
                <a:cubicBezTo>
                  <a:pt x="3038122" y="27119"/>
                  <a:pt x="3178771" y="18116"/>
                  <a:pt x="3297875" y="0"/>
                </a:cubicBezTo>
                <a:cubicBezTo>
                  <a:pt x="3416980" y="-18116"/>
                  <a:pt x="4012240" y="-40869"/>
                  <a:pt x="4243589" y="0"/>
                </a:cubicBezTo>
                <a:cubicBezTo>
                  <a:pt x="4242616" y="8304"/>
                  <a:pt x="4243111" y="21512"/>
                  <a:pt x="4243589" y="27432"/>
                </a:cubicBezTo>
                <a:cubicBezTo>
                  <a:pt x="4112949" y="6289"/>
                  <a:pt x="3928037" y="10975"/>
                  <a:pt x="3637362" y="27432"/>
                </a:cubicBezTo>
                <a:cubicBezTo>
                  <a:pt x="3346687" y="43889"/>
                  <a:pt x="3254446" y="35813"/>
                  <a:pt x="3116007" y="27432"/>
                </a:cubicBezTo>
                <a:cubicBezTo>
                  <a:pt x="2977569" y="19051"/>
                  <a:pt x="2620228" y="38017"/>
                  <a:pt x="2424908" y="27432"/>
                </a:cubicBezTo>
                <a:cubicBezTo>
                  <a:pt x="2229588" y="16847"/>
                  <a:pt x="2088287" y="5290"/>
                  <a:pt x="1861117" y="27432"/>
                </a:cubicBezTo>
                <a:cubicBezTo>
                  <a:pt x="1633947" y="49574"/>
                  <a:pt x="1502447" y="8273"/>
                  <a:pt x="1382198" y="27432"/>
                </a:cubicBezTo>
                <a:cubicBezTo>
                  <a:pt x="1261949" y="46591"/>
                  <a:pt x="1045440" y="37497"/>
                  <a:pt x="733535" y="27432"/>
                </a:cubicBezTo>
                <a:cubicBezTo>
                  <a:pt x="421630" y="17367"/>
                  <a:pt x="341257" y="-9215"/>
                  <a:pt x="0" y="27432"/>
                </a:cubicBezTo>
                <a:cubicBezTo>
                  <a:pt x="-1048" y="14992"/>
                  <a:pt x="-1120" y="7447"/>
                  <a:pt x="0" y="0"/>
                </a:cubicBezTo>
                <a:close/>
              </a:path>
              <a:path w="4243589" h="27432" stroke="0" extrusionOk="0">
                <a:moveTo>
                  <a:pt x="0" y="0"/>
                </a:moveTo>
                <a:cubicBezTo>
                  <a:pt x="128164" y="17204"/>
                  <a:pt x="312653" y="1129"/>
                  <a:pt x="563791" y="0"/>
                </a:cubicBezTo>
                <a:cubicBezTo>
                  <a:pt x="814929" y="-1129"/>
                  <a:pt x="837271" y="8503"/>
                  <a:pt x="1042710" y="0"/>
                </a:cubicBezTo>
                <a:cubicBezTo>
                  <a:pt x="1248149" y="-8503"/>
                  <a:pt x="1588432" y="-28862"/>
                  <a:pt x="1733809" y="0"/>
                </a:cubicBezTo>
                <a:cubicBezTo>
                  <a:pt x="1879186" y="28862"/>
                  <a:pt x="2052815" y="5974"/>
                  <a:pt x="2297600" y="0"/>
                </a:cubicBezTo>
                <a:cubicBezTo>
                  <a:pt x="2542385" y="-5974"/>
                  <a:pt x="2699960" y="-23550"/>
                  <a:pt x="2861391" y="0"/>
                </a:cubicBezTo>
                <a:cubicBezTo>
                  <a:pt x="3022822" y="23550"/>
                  <a:pt x="3390411" y="25272"/>
                  <a:pt x="3552490" y="0"/>
                </a:cubicBezTo>
                <a:cubicBezTo>
                  <a:pt x="3714569" y="-25272"/>
                  <a:pt x="3950585" y="-31327"/>
                  <a:pt x="4243589" y="0"/>
                </a:cubicBezTo>
                <a:cubicBezTo>
                  <a:pt x="4244074" y="9333"/>
                  <a:pt x="4244867" y="19699"/>
                  <a:pt x="4243589" y="27432"/>
                </a:cubicBezTo>
                <a:cubicBezTo>
                  <a:pt x="4130424" y="7904"/>
                  <a:pt x="3932803" y="51393"/>
                  <a:pt x="3722234" y="27432"/>
                </a:cubicBezTo>
                <a:cubicBezTo>
                  <a:pt x="3511665" y="3471"/>
                  <a:pt x="3269903" y="55138"/>
                  <a:pt x="3116007" y="27432"/>
                </a:cubicBezTo>
                <a:cubicBezTo>
                  <a:pt x="2962111" y="-274"/>
                  <a:pt x="2744280" y="32368"/>
                  <a:pt x="2509780" y="27432"/>
                </a:cubicBezTo>
                <a:cubicBezTo>
                  <a:pt x="2275280" y="22496"/>
                  <a:pt x="2066059" y="52808"/>
                  <a:pt x="1945989" y="27432"/>
                </a:cubicBezTo>
                <a:cubicBezTo>
                  <a:pt x="1825919" y="2056"/>
                  <a:pt x="1407329" y="21760"/>
                  <a:pt x="1254890" y="27432"/>
                </a:cubicBezTo>
                <a:cubicBezTo>
                  <a:pt x="1102451" y="33104"/>
                  <a:pt x="837950" y="40817"/>
                  <a:pt x="563791" y="27432"/>
                </a:cubicBezTo>
                <a:cubicBezTo>
                  <a:pt x="289632" y="14047"/>
                  <a:pt x="132768" y="16249"/>
                  <a:pt x="0" y="27432"/>
                </a:cubicBezTo>
                <a:cubicBezTo>
                  <a:pt x="211" y="18145"/>
                  <a:pt x="120" y="6480"/>
                  <a:pt x="0" y="0"/>
                </a:cubicBezTo>
                <a:close/>
              </a:path>
            </a:pathLst>
          </a:custGeom>
          <a:solidFill>
            <a:schemeClr val="tx1"/>
          </a:solidFill>
          <a:ln w="38100" cap="rnd">
            <a:solidFill>
              <a:schemeClr val="tx1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ADC470CE-45CA-2BCF-7CEE-F88126D7FB5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07373" y="2561561"/>
            <a:ext cx="3974205" cy="21677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7892001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1A9F7B4E-B03D-4F64-BE33-00D074458D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006AA683-A3E2-DB2E-EFCE-DC15DC67B4B3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40000"/>
          </a:blip>
          <a:srcRect t="11237" b="4494"/>
          <a:stretch/>
        </p:blipFill>
        <p:spPr>
          <a:xfrm>
            <a:off x="20" y="10"/>
            <a:ext cx="12191979" cy="685799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23328D49-FF72-89C4-B9B2-71151ED655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 fontScale="90000"/>
          </a:bodyPr>
          <a:lstStyle/>
          <a:p>
            <a:r>
              <a:rPr lang="en-US" sz="7200" dirty="0">
                <a:latin typeface="Aharoni" panose="02010803020104030203" pitchFamily="2" charset="-79"/>
                <a:cs typeface="Aharoni" panose="02010803020104030203" pitchFamily="2" charset="-79"/>
              </a:rPr>
              <a:t>The problem </a:t>
            </a:r>
            <a:r>
              <a:rPr lang="en-US" sz="2700" dirty="0">
                <a:latin typeface="Aharoni" panose="02010803020104030203" pitchFamily="2" charset="-79"/>
                <a:cs typeface="Aharoni" panose="02010803020104030203" pitchFamily="2" charset="-79"/>
              </a:rPr>
              <a:t>and our amazing perfect solution</a:t>
            </a:r>
            <a:r>
              <a:rPr lang="en-US" sz="5300" dirty="0">
                <a:latin typeface="Aharoni" panose="02010803020104030203" pitchFamily="2" charset="-79"/>
                <a:cs typeface="Aharoni" panose="02010803020104030203" pitchFamily="2" charset="-79"/>
              </a:rPr>
              <a:t> </a:t>
            </a:r>
            <a:endParaRPr lang="en-US" sz="7200" dirty="0"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  <p:sp>
        <p:nvSpPr>
          <p:cNvPr id="13" name="Rectangle 6">
            <a:extLst>
              <a:ext uri="{FF2B5EF4-FFF2-40B4-BE49-F238E27FC236}">
                <a16:creationId xmlns:a16="http://schemas.microsoft.com/office/drawing/2014/main" id="{1CA8A97F-67F0-4D5F-A850-0C30727D1CE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65578" y="1802192"/>
            <a:ext cx="10853928" cy="18288"/>
          </a:xfrm>
          <a:custGeom>
            <a:avLst/>
            <a:gdLst>
              <a:gd name="connsiteX0" fmla="*/ 0 w 10853928"/>
              <a:gd name="connsiteY0" fmla="*/ 0 h 18288"/>
              <a:gd name="connsiteX1" fmla="*/ 461292 w 10853928"/>
              <a:gd name="connsiteY1" fmla="*/ 0 h 18288"/>
              <a:gd name="connsiteX2" fmla="*/ 1139662 w 10853928"/>
              <a:gd name="connsiteY2" fmla="*/ 0 h 18288"/>
              <a:gd name="connsiteX3" fmla="*/ 1926572 w 10853928"/>
              <a:gd name="connsiteY3" fmla="*/ 0 h 18288"/>
              <a:gd name="connsiteX4" fmla="*/ 2279325 w 10853928"/>
              <a:gd name="connsiteY4" fmla="*/ 0 h 18288"/>
              <a:gd name="connsiteX5" fmla="*/ 2632078 w 10853928"/>
              <a:gd name="connsiteY5" fmla="*/ 0 h 18288"/>
              <a:gd name="connsiteX6" fmla="*/ 3527527 w 10853928"/>
              <a:gd name="connsiteY6" fmla="*/ 0 h 18288"/>
              <a:gd name="connsiteX7" fmla="*/ 4205897 w 10853928"/>
              <a:gd name="connsiteY7" fmla="*/ 0 h 18288"/>
              <a:gd name="connsiteX8" fmla="*/ 4558650 w 10853928"/>
              <a:gd name="connsiteY8" fmla="*/ 0 h 18288"/>
              <a:gd name="connsiteX9" fmla="*/ 5237020 w 10853928"/>
              <a:gd name="connsiteY9" fmla="*/ 0 h 18288"/>
              <a:gd name="connsiteX10" fmla="*/ 6132469 w 10853928"/>
              <a:gd name="connsiteY10" fmla="*/ 0 h 18288"/>
              <a:gd name="connsiteX11" fmla="*/ 6702301 w 10853928"/>
              <a:gd name="connsiteY11" fmla="*/ 0 h 18288"/>
              <a:gd name="connsiteX12" fmla="*/ 7272132 w 10853928"/>
              <a:gd name="connsiteY12" fmla="*/ 0 h 18288"/>
              <a:gd name="connsiteX13" fmla="*/ 7950502 w 10853928"/>
              <a:gd name="connsiteY13" fmla="*/ 0 h 18288"/>
              <a:gd name="connsiteX14" fmla="*/ 8737412 w 10853928"/>
              <a:gd name="connsiteY14" fmla="*/ 0 h 18288"/>
              <a:gd name="connsiteX15" fmla="*/ 9524322 w 10853928"/>
              <a:gd name="connsiteY15" fmla="*/ 0 h 18288"/>
              <a:gd name="connsiteX16" fmla="*/ 10853928 w 10853928"/>
              <a:gd name="connsiteY16" fmla="*/ 0 h 18288"/>
              <a:gd name="connsiteX17" fmla="*/ 10853928 w 10853928"/>
              <a:gd name="connsiteY17" fmla="*/ 18288 h 18288"/>
              <a:gd name="connsiteX18" fmla="*/ 10392636 w 10853928"/>
              <a:gd name="connsiteY18" fmla="*/ 18288 h 18288"/>
              <a:gd name="connsiteX19" fmla="*/ 9497187 w 10853928"/>
              <a:gd name="connsiteY19" fmla="*/ 18288 h 18288"/>
              <a:gd name="connsiteX20" fmla="*/ 8818817 w 10853928"/>
              <a:gd name="connsiteY20" fmla="*/ 18288 h 18288"/>
              <a:gd name="connsiteX21" fmla="*/ 8466064 w 10853928"/>
              <a:gd name="connsiteY21" fmla="*/ 18288 h 18288"/>
              <a:gd name="connsiteX22" fmla="*/ 7787693 w 10853928"/>
              <a:gd name="connsiteY22" fmla="*/ 18288 h 18288"/>
              <a:gd name="connsiteX23" fmla="*/ 7217862 w 10853928"/>
              <a:gd name="connsiteY23" fmla="*/ 18288 h 18288"/>
              <a:gd name="connsiteX24" fmla="*/ 6648031 w 10853928"/>
              <a:gd name="connsiteY24" fmla="*/ 18288 h 18288"/>
              <a:gd name="connsiteX25" fmla="*/ 6078200 w 10853928"/>
              <a:gd name="connsiteY25" fmla="*/ 18288 h 18288"/>
              <a:gd name="connsiteX26" fmla="*/ 5508368 w 10853928"/>
              <a:gd name="connsiteY26" fmla="*/ 18288 h 18288"/>
              <a:gd name="connsiteX27" fmla="*/ 4721459 w 10853928"/>
              <a:gd name="connsiteY27" fmla="*/ 18288 h 18288"/>
              <a:gd name="connsiteX28" fmla="*/ 4043088 w 10853928"/>
              <a:gd name="connsiteY28" fmla="*/ 18288 h 18288"/>
              <a:gd name="connsiteX29" fmla="*/ 3690336 w 10853928"/>
              <a:gd name="connsiteY29" fmla="*/ 18288 h 18288"/>
              <a:gd name="connsiteX30" fmla="*/ 3120504 w 10853928"/>
              <a:gd name="connsiteY30" fmla="*/ 18288 h 18288"/>
              <a:gd name="connsiteX31" fmla="*/ 2333595 w 10853928"/>
              <a:gd name="connsiteY31" fmla="*/ 18288 h 18288"/>
              <a:gd name="connsiteX32" fmla="*/ 1872303 w 10853928"/>
              <a:gd name="connsiteY32" fmla="*/ 18288 h 18288"/>
              <a:gd name="connsiteX33" fmla="*/ 976854 w 10853928"/>
              <a:gd name="connsiteY33" fmla="*/ 18288 h 18288"/>
              <a:gd name="connsiteX34" fmla="*/ 0 w 10853928"/>
              <a:gd name="connsiteY34" fmla="*/ 18288 h 18288"/>
              <a:gd name="connsiteX35" fmla="*/ 0 w 10853928"/>
              <a:gd name="connsiteY35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10853928" h="18288" fill="none" extrusionOk="0">
                <a:moveTo>
                  <a:pt x="0" y="0"/>
                </a:moveTo>
                <a:cubicBezTo>
                  <a:pt x="146993" y="-19076"/>
                  <a:pt x="347684" y="-4790"/>
                  <a:pt x="461292" y="0"/>
                </a:cubicBezTo>
                <a:cubicBezTo>
                  <a:pt x="574900" y="4790"/>
                  <a:pt x="808367" y="19821"/>
                  <a:pt x="1139662" y="0"/>
                </a:cubicBezTo>
                <a:cubicBezTo>
                  <a:pt x="1470957" y="-19821"/>
                  <a:pt x="1627405" y="5721"/>
                  <a:pt x="1926572" y="0"/>
                </a:cubicBezTo>
                <a:cubicBezTo>
                  <a:pt x="2225739" y="-5721"/>
                  <a:pt x="2137730" y="-3235"/>
                  <a:pt x="2279325" y="0"/>
                </a:cubicBezTo>
                <a:cubicBezTo>
                  <a:pt x="2420920" y="3235"/>
                  <a:pt x="2456518" y="9685"/>
                  <a:pt x="2632078" y="0"/>
                </a:cubicBezTo>
                <a:cubicBezTo>
                  <a:pt x="2807638" y="-9685"/>
                  <a:pt x="3211516" y="-43007"/>
                  <a:pt x="3527527" y="0"/>
                </a:cubicBezTo>
                <a:cubicBezTo>
                  <a:pt x="3843538" y="43007"/>
                  <a:pt x="4058833" y="22042"/>
                  <a:pt x="4205897" y="0"/>
                </a:cubicBezTo>
                <a:cubicBezTo>
                  <a:pt x="4352961" y="-22042"/>
                  <a:pt x="4474805" y="-11846"/>
                  <a:pt x="4558650" y="0"/>
                </a:cubicBezTo>
                <a:cubicBezTo>
                  <a:pt x="4642495" y="11846"/>
                  <a:pt x="5041928" y="-6069"/>
                  <a:pt x="5237020" y="0"/>
                </a:cubicBezTo>
                <a:cubicBezTo>
                  <a:pt x="5432112" y="6069"/>
                  <a:pt x="5943266" y="-17479"/>
                  <a:pt x="6132469" y="0"/>
                </a:cubicBezTo>
                <a:cubicBezTo>
                  <a:pt x="6321672" y="17479"/>
                  <a:pt x="6483872" y="26234"/>
                  <a:pt x="6702301" y="0"/>
                </a:cubicBezTo>
                <a:cubicBezTo>
                  <a:pt x="6920730" y="-26234"/>
                  <a:pt x="6991194" y="-15156"/>
                  <a:pt x="7272132" y="0"/>
                </a:cubicBezTo>
                <a:cubicBezTo>
                  <a:pt x="7553070" y="15156"/>
                  <a:pt x="7684444" y="-32961"/>
                  <a:pt x="7950502" y="0"/>
                </a:cubicBezTo>
                <a:cubicBezTo>
                  <a:pt x="8216560" y="32961"/>
                  <a:pt x="8493290" y="-10491"/>
                  <a:pt x="8737412" y="0"/>
                </a:cubicBezTo>
                <a:cubicBezTo>
                  <a:pt x="8981534" y="10491"/>
                  <a:pt x="9191586" y="-13899"/>
                  <a:pt x="9524322" y="0"/>
                </a:cubicBezTo>
                <a:cubicBezTo>
                  <a:pt x="9857058" y="13899"/>
                  <a:pt x="10297509" y="7485"/>
                  <a:pt x="10853928" y="0"/>
                </a:cubicBezTo>
                <a:cubicBezTo>
                  <a:pt x="10854574" y="4451"/>
                  <a:pt x="10854418" y="9226"/>
                  <a:pt x="10853928" y="18288"/>
                </a:cubicBezTo>
                <a:cubicBezTo>
                  <a:pt x="10691638" y="28522"/>
                  <a:pt x="10574319" y="29578"/>
                  <a:pt x="10392636" y="18288"/>
                </a:cubicBezTo>
                <a:cubicBezTo>
                  <a:pt x="10210953" y="6998"/>
                  <a:pt x="9836277" y="-16742"/>
                  <a:pt x="9497187" y="18288"/>
                </a:cubicBezTo>
                <a:cubicBezTo>
                  <a:pt x="9158097" y="53318"/>
                  <a:pt x="9119479" y="30714"/>
                  <a:pt x="8818817" y="18288"/>
                </a:cubicBezTo>
                <a:cubicBezTo>
                  <a:pt x="8518155" y="5863"/>
                  <a:pt x="8640037" y="6483"/>
                  <a:pt x="8466064" y="18288"/>
                </a:cubicBezTo>
                <a:cubicBezTo>
                  <a:pt x="8292091" y="30093"/>
                  <a:pt x="7997656" y="18914"/>
                  <a:pt x="7787693" y="18288"/>
                </a:cubicBezTo>
                <a:cubicBezTo>
                  <a:pt x="7577730" y="17662"/>
                  <a:pt x="7412468" y="21416"/>
                  <a:pt x="7217862" y="18288"/>
                </a:cubicBezTo>
                <a:cubicBezTo>
                  <a:pt x="7023256" y="15160"/>
                  <a:pt x="6898018" y="14824"/>
                  <a:pt x="6648031" y="18288"/>
                </a:cubicBezTo>
                <a:cubicBezTo>
                  <a:pt x="6398044" y="21752"/>
                  <a:pt x="6254402" y="38625"/>
                  <a:pt x="6078200" y="18288"/>
                </a:cubicBezTo>
                <a:cubicBezTo>
                  <a:pt x="5901998" y="-2049"/>
                  <a:pt x="5622886" y="3213"/>
                  <a:pt x="5508368" y="18288"/>
                </a:cubicBezTo>
                <a:cubicBezTo>
                  <a:pt x="5393850" y="33363"/>
                  <a:pt x="5036260" y="26830"/>
                  <a:pt x="4721459" y="18288"/>
                </a:cubicBezTo>
                <a:cubicBezTo>
                  <a:pt x="4406658" y="9746"/>
                  <a:pt x="4239221" y="41551"/>
                  <a:pt x="4043088" y="18288"/>
                </a:cubicBezTo>
                <a:cubicBezTo>
                  <a:pt x="3846955" y="-4975"/>
                  <a:pt x="3818802" y="34658"/>
                  <a:pt x="3690336" y="18288"/>
                </a:cubicBezTo>
                <a:cubicBezTo>
                  <a:pt x="3561870" y="1918"/>
                  <a:pt x="3265491" y="42194"/>
                  <a:pt x="3120504" y="18288"/>
                </a:cubicBezTo>
                <a:cubicBezTo>
                  <a:pt x="2975517" y="-5618"/>
                  <a:pt x="2720254" y="36673"/>
                  <a:pt x="2333595" y="18288"/>
                </a:cubicBezTo>
                <a:cubicBezTo>
                  <a:pt x="1946936" y="-97"/>
                  <a:pt x="2097241" y="5776"/>
                  <a:pt x="1872303" y="18288"/>
                </a:cubicBezTo>
                <a:cubicBezTo>
                  <a:pt x="1647365" y="30800"/>
                  <a:pt x="1282708" y="45380"/>
                  <a:pt x="976854" y="18288"/>
                </a:cubicBezTo>
                <a:cubicBezTo>
                  <a:pt x="671000" y="-8804"/>
                  <a:pt x="408401" y="-12775"/>
                  <a:pt x="0" y="18288"/>
                </a:cubicBezTo>
                <a:cubicBezTo>
                  <a:pt x="-213" y="9468"/>
                  <a:pt x="187" y="4459"/>
                  <a:pt x="0" y="0"/>
                </a:cubicBezTo>
                <a:close/>
              </a:path>
              <a:path w="10853928" h="18288" stroke="0" extrusionOk="0">
                <a:moveTo>
                  <a:pt x="0" y="0"/>
                </a:moveTo>
                <a:cubicBezTo>
                  <a:pt x="267322" y="15284"/>
                  <a:pt x="415388" y="-21048"/>
                  <a:pt x="569831" y="0"/>
                </a:cubicBezTo>
                <a:cubicBezTo>
                  <a:pt x="724274" y="21048"/>
                  <a:pt x="769333" y="-2353"/>
                  <a:pt x="922584" y="0"/>
                </a:cubicBezTo>
                <a:cubicBezTo>
                  <a:pt x="1075835" y="2353"/>
                  <a:pt x="1399490" y="-145"/>
                  <a:pt x="1818033" y="0"/>
                </a:cubicBezTo>
                <a:cubicBezTo>
                  <a:pt x="2236576" y="145"/>
                  <a:pt x="2145330" y="5482"/>
                  <a:pt x="2387864" y="0"/>
                </a:cubicBezTo>
                <a:cubicBezTo>
                  <a:pt x="2630398" y="-5482"/>
                  <a:pt x="2793207" y="18487"/>
                  <a:pt x="2957695" y="0"/>
                </a:cubicBezTo>
                <a:cubicBezTo>
                  <a:pt x="3122183" y="-18487"/>
                  <a:pt x="3579141" y="19003"/>
                  <a:pt x="3853144" y="0"/>
                </a:cubicBezTo>
                <a:cubicBezTo>
                  <a:pt x="4127147" y="-19003"/>
                  <a:pt x="4209857" y="12211"/>
                  <a:pt x="4314436" y="0"/>
                </a:cubicBezTo>
                <a:cubicBezTo>
                  <a:pt x="4419015" y="-12211"/>
                  <a:pt x="4762459" y="-17220"/>
                  <a:pt x="5209885" y="0"/>
                </a:cubicBezTo>
                <a:cubicBezTo>
                  <a:pt x="5657311" y="17220"/>
                  <a:pt x="5692663" y="-3290"/>
                  <a:pt x="6105335" y="0"/>
                </a:cubicBezTo>
                <a:cubicBezTo>
                  <a:pt x="6518007" y="3290"/>
                  <a:pt x="6455516" y="-5124"/>
                  <a:pt x="6783705" y="0"/>
                </a:cubicBezTo>
                <a:cubicBezTo>
                  <a:pt x="7111894" y="5124"/>
                  <a:pt x="7441941" y="-17829"/>
                  <a:pt x="7679154" y="0"/>
                </a:cubicBezTo>
                <a:cubicBezTo>
                  <a:pt x="7916367" y="17829"/>
                  <a:pt x="8102967" y="-24363"/>
                  <a:pt x="8248985" y="0"/>
                </a:cubicBezTo>
                <a:cubicBezTo>
                  <a:pt x="8395003" y="24363"/>
                  <a:pt x="8552393" y="25505"/>
                  <a:pt x="8818817" y="0"/>
                </a:cubicBezTo>
                <a:cubicBezTo>
                  <a:pt x="9085241" y="-25505"/>
                  <a:pt x="9411308" y="38000"/>
                  <a:pt x="9605726" y="0"/>
                </a:cubicBezTo>
                <a:cubicBezTo>
                  <a:pt x="9800144" y="-38000"/>
                  <a:pt x="10006468" y="-25741"/>
                  <a:pt x="10175558" y="0"/>
                </a:cubicBezTo>
                <a:cubicBezTo>
                  <a:pt x="10344648" y="25741"/>
                  <a:pt x="10696282" y="695"/>
                  <a:pt x="10853928" y="0"/>
                </a:cubicBezTo>
                <a:cubicBezTo>
                  <a:pt x="10853521" y="8690"/>
                  <a:pt x="10853774" y="14141"/>
                  <a:pt x="10853928" y="18288"/>
                </a:cubicBezTo>
                <a:cubicBezTo>
                  <a:pt x="10608124" y="24255"/>
                  <a:pt x="10343415" y="22307"/>
                  <a:pt x="10067018" y="18288"/>
                </a:cubicBezTo>
                <a:cubicBezTo>
                  <a:pt x="9790621" y="14270"/>
                  <a:pt x="9843266" y="3564"/>
                  <a:pt x="9714266" y="18288"/>
                </a:cubicBezTo>
                <a:cubicBezTo>
                  <a:pt x="9585266" y="33012"/>
                  <a:pt x="9379484" y="1875"/>
                  <a:pt x="9252974" y="18288"/>
                </a:cubicBezTo>
                <a:cubicBezTo>
                  <a:pt x="9126464" y="34701"/>
                  <a:pt x="8580678" y="-4904"/>
                  <a:pt x="8357525" y="18288"/>
                </a:cubicBezTo>
                <a:cubicBezTo>
                  <a:pt x="8134372" y="41480"/>
                  <a:pt x="7903199" y="26458"/>
                  <a:pt x="7679154" y="18288"/>
                </a:cubicBezTo>
                <a:cubicBezTo>
                  <a:pt x="7455109" y="10118"/>
                  <a:pt x="7435944" y="27109"/>
                  <a:pt x="7217862" y="18288"/>
                </a:cubicBezTo>
                <a:cubicBezTo>
                  <a:pt x="6999780" y="9467"/>
                  <a:pt x="6680409" y="18985"/>
                  <a:pt x="6539492" y="18288"/>
                </a:cubicBezTo>
                <a:cubicBezTo>
                  <a:pt x="6398575" y="17592"/>
                  <a:pt x="6312077" y="33018"/>
                  <a:pt x="6186739" y="18288"/>
                </a:cubicBezTo>
                <a:cubicBezTo>
                  <a:pt x="6061401" y="3558"/>
                  <a:pt x="5947033" y="12075"/>
                  <a:pt x="5833986" y="18288"/>
                </a:cubicBezTo>
                <a:cubicBezTo>
                  <a:pt x="5720939" y="24501"/>
                  <a:pt x="5482226" y="8586"/>
                  <a:pt x="5155616" y="18288"/>
                </a:cubicBezTo>
                <a:cubicBezTo>
                  <a:pt x="4829006" y="27991"/>
                  <a:pt x="4841274" y="29316"/>
                  <a:pt x="4694324" y="18288"/>
                </a:cubicBezTo>
                <a:cubicBezTo>
                  <a:pt x="4547374" y="7260"/>
                  <a:pt x="4077675" y="7013"/>
                  <a:pt x="3907414" y="18288"/>
                </a:cubicBezTo>
                <a:cubicBezTo>
                  <a:pt x="3737153" y="29564"/>
                  <a:pt x="3538393" y="21630"/>
                  <a:pt x="3446122" y="18288"/>
                </a:cubicBezTo>
                <a:cubicBezTo>
                  <a:pt x="3353851" y="14946"/>
                  <a:pt x="2990320" y="-8091"/>
                  <a:pt x="2659212" y="18288"/>
                </a:cubicBezTo>
                <a:cubicBezTo>
                  <a:pt x="2328104" y="44667"/>
                  <a:pt x="2427653" y="9607"/>
                  <a:pt x="2306460" y="18288"/>
                </a:cubicBezTo>
                <a:cubicBezTo>
                  <a:pt x="2185267" y="26969"/>
                  <a:pt x="1719763" y="3717"/>
                  <a:pt x="1519550" y="18288"/>
                </a:cubicBezTo>
                <a:cubicBezTo>
                  <a:pt x="1319337" y="32860"/>
                  <a:pt x="1167371" y="17040"/>
                  <a:pt x="1058258" y="18288"/>
                </a:cubicBezTo>
                <a:cubicBezTo>
                  <a:pt x="949145" y="19536"/>
                  <a:pt x="780234" y="31447"/>
                  <a:pt x="705505" y="18288"/>
                </a:cubicBezTo>
                <a:cubicBezTo>
                  <a:pt x="630776" y="5129"/>
                  <a:pt x="215796" y="30056"/>
                  <a:pt x="0" y="18288"/>
                </a:cubicBezTo>
                <a:cubicBezTo>
                  <a:pt x="-53" y="11301"/>
                  <a:pt x="-649" y="7756"/>
                  <a:pt x="0" y="0"/>
                </a:cubicBezTo>
                <a:close/>
              </a:path>
            </a:pathLst>
          </a:custGeom>
          <a:solidFill>
            <a:schemeClr val="tx1"/>
          </a:solidFill>
          <a:ln w="38100" cap="rnd">
            <a:solidFill>
              <a:schemeClr val="tx1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D90EFA4-8089-7E03-D9B0-EF3A42ACDC1F}"/>
              </a:ext>
            </a:extLst>
          </p:cNvPr>
          <p:cNvSpPr txBox="1"/>
          <p:nvPr/>
        </p:nvSpPr>
        <p:spPr>
          <a:xfrm>
            <a:off x="765578" y="2633472"/>
            <a:ext cx="834184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Aharoni" panose="02010803020104030203" pitchFamily="2" charset="-79"/>
                <a:cs typeface="Aharoni" panose="02010803020104030203" pitchFamily="2" charset="-79"/>
              </a:rPr>
              <a:t>Employee Communication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Aharoni" panose="02010803020104030203" pitchFamily="2" charset="-79"/>
                <a:cs typeface="Aharoni" panose="02010803020104030203" pitchFamily="2" charset="-79"/>
              </a:rPr>
              <a:t>Modernization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Aharoni" panose="02010803020104030203" pitchFamily="2" charset="-79"/>
                <a:cs typeface="Aharoni" panose="02010803020104030203" pitchFamily="2" charset="-79"/>
              </a:rPr>
              <a:t>Client Satisfaction</a:t>
            </a:r>
          </a:p>
        </p:txBody>
      </p:sp>
    </p:spTree>
    <p:extLst>
      <p:ext uri="{BB962C8B-B14F-4D97-AF65-F5344CB8AC3E}">
        <p14:creationId xmlns:p14="http://schemas.microsoft.com/office/powerpoint/2010/main" val="265404025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43DAA0EF-336D-4CDC-A9A2-8460363E27F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FD079A19-B31E-4129-A464-7547FF05AE3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090556" cy="6858000"/>
          </a:xfrm>
          <a:custGeom>
            <a:avLst/>
            <a:gdLst>
              <a:gd name="connsiteX0" fmla="*/ 0 w 4090556"/>
              <a:gd name="connsiteY0" fmla="*/ 0 h 6858000"/>
              <a:gd name="connsiteX1" fmla="*/ 4077555 w 4090556"/>
              <a:gd name="connsiteY1" fmla="*/ 0 h 6858000"/>
              <a:gd name="connsiteX2" fmla="*/ 4077574 w 4090556"/>
              <a:gd name="connsiteY2" fmla="*/ 720 h 6858000"/>
              <a:gd name="connsiteX3" fmla="*/ 4075790 w 4090556"/>
              <a:gd name="connsiteY3" fmla="*/ 575485 h 6858000"/>
              <a:gd name="connsiteX4" fmla="*/ 4076555 w 4090556"/>
              <a:gd name="connsiteY4" fmla="*/ 932245 h 6858000"/>
              <a:gd name="connsiteX5" fmla="*/ 4076555 w 4090556"/>
              <a:gd name="connsiteY5" fmla="*/ 1286711 h 6858000"/>
              <a:gd name="connsiteX6" fmla="*/ 4082288 w 4090556"/>
              <a:gd name="connsiteY6" fmla="*/ 1595180 h 6858000"/>
              <a:gd name="connsiteX7" fmla="*/ 4078211 w 4090556"/>
              <a:gd name="connsiteY7" fmla="*/ 2133123 h 6858000"/>
              <a:gd name="connsiteX8" fmla="*/ 4071968 w 4090556"/>
              <a:gd name="connsiteY8" fmla="*/ 2946025 h 6858000"/>
              <a:gd name="connsiteX9" fmla="*/ 4068401 w 4090556"/>
              <a:gd name="connsiteY9" fmla="*/ 3502061 h 6858000"/>
              <a:gd name="connsiteX10" fmla="*/ 4087513 w 4090556"/>
              <a:gd name="connsiteY10" fmla="*/ 4076061 h 6858000"/>
              <a:gd name="connsiteX11" fmla="*/ 4076938 w 4090556"/>
              <a:gd name="connsiteY11" fmla="*/ 4442632 h 6858000"/>
              <a:gd name="connsiteX12" fmla="*/ 4071459 w 4090556"/>
              <a:gd name="connsiteY12" fmla="*/ 4827550 h 6858000"/>
              <a:gd name="connsiteX13" fmla="*/ 4071459 w 4090556"/>
              <a:gd name="connsiteY13" fmla="*/ 5019945 h 6858000"/>
              <a:gd name="connsiteX14" fmla="*/ 4084200 w 4090556"/>
              <a:gd name="connsiteY14" fmla="*/ 5490104 h 6858000"/>
              <a:gd name="connsiteX15" fmla="*/ 4077446 w 4090556"/>
              <a:gd name="connsiteY15" fmla="*/ 5844569 h 6858000"/>
              <a:gd name="connsiteX16" fmla="*/ 4082544 w 4090556"/>
              <a:gd name="connsiteY16" fmla="*/ 6260195 h 6858000"/>
              <a:gd name="connsiteX17" fmla="*/ 4086110 w 4090556"/>
              <a:gd name="connsiteY17" fmla="*/ 6706145 h 6858000"/>
              <a:gd name="connsiteX18" fmla="*/ 4086135 w 4090556"/>
              <a:gd name="connsiteY18" fmla="*/ 6794562 h 6858000"/>
              <a:gd name="connsiteX19" fmla="*/ 4080334 w 4090556"/>
              <a:gd name="connsiteY19" fmla="*/ 6858000 h 6858000"/>
              <a:gd name="connsiteX20" fmla="*/ 0 w 4090556"/>
              <a:gd name="connsiteY20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</a:cxnLst>
            <a:rect l="l" t="t" r="r" b="b"/>
            <a:pathLst>
              <a:path w="4090556" h="6858000">
                <a:moveTo>
                  <a:pt x="0" y="0"/>
                </a:moveTo>
                <a:lnTo>
                  <a:pt x="4077555" y="0"/>
                </a:lnTo>
                <a:lnTo>
                  <a:pt x="4077574" y="720"/>
                </a:lnTo>
                <a:cubicBezTo>
                  <a:pt x="4079358" y="192351"/>
                  <a:pt x="4064960" y="384364"/>
                  <a:pt x="4075790" y="575485"/>
                </a:cubicBezTo>
                <a:cubicBezTo>
                  <a:pt x="4082544" y="694108"/>
                  <a:pt x="4081269" y="814132"/>
                  <a:pt x="4076555" y="932245"/>
                </a:cubicBezTo>
                <a:cubicBezTo>
                  <a:pt x="4071840" y="1050357"/>
                  <a:pt x="4065470" y="1168597"/>
                  <a:pt x="4076555" y="1286711"/>
                </a:cubicBezTo>
                <a:cubicBezTo>
                  <a:pt x="4084710" y="1389317"/>
                  <a:pt x="4086621" y="1492332"/>
                  <a:pt x="4082288" y="1595180"/>
                </a:cubicBezTo>
                <a:cubicBezTo>
                  <a:pt x="4077319" y="1774452"/>
                  <a:pt x="4067637" y="1953851"/>
                  <a:pt x="4078211" y="2133123"/>
                </a:cubicBezTo>
                <a:cubicBezTo>
                  <a:pt x="4094393" y="2404260"/>
                  <a:pt x="4084710" y="2675143"/>
                  <a:pt x="4071968" y="2946025"/>
                </a:cubicBezTo>
                <a:cubicBezTo>
                  <a:pt x="4063049" y="3131413"/>
                  <a:pt x="4055659" y="3316673"/>
                  <a:pt x="4068401" y="3502061"/>
                </a:cubicBezTo>
                <a:cubicBezTo>
                  <a:pt x="4081396" y="3693182"/>
                  <a:pt x="4097323" y="3884176"/>
                  <a:pt x="4087513" y="4076061"/>
                </a:cubicBezTo>
                <a:cubicBezTo>
                  <a:pt x="4081142" y="4198251"/>
                  <a:pt x="4069037" y="4320315"/>
                  <a:pt x="4076938" y="4442632"/>
                </a:cubicBezTo>
                <a:cubicBezTo>
                  <a:pt x="4083270" y="4570925"/>
                  <a:pt x="4081435" y="4699486"/>
                  <a:pt x="4071459" y="4827550"/>
                </a:cubicBezTo>
                <a:cubicBezTo>
                  <a:pt x="4065725" y="4891550"/>
                  <a:pt x="4065725" y="4955945"/>
                  <a:pt x="4071459" y="5019945"/>
                </a:cubicBezTo>
                <a:cubicBezTo>
                  <a:pt x="4087742" y="5176105"/>
                  <a:pt x="4091997" y="5333296"/>
                  <a:pt x="4084200" y="5490104"/>
                </a:cubicBezTo>
                <a:cubicBezTo>
                  <a:pt x="4079740" y="5608217"/>
                  <a:pt x="4071968" y="5726202"/>
                  <a:pt x="4077446" y="5844569"/>
                </a:cubicBezTo>
                <a:cubicBezTo>
                  <a:pt x="4083944" y="5983069"/>
                  <a:pt x="4088914" y="6121696"/>
                  <a:pt x="4082544" y="6260195"/>
                </a:cubicBezTo>
                <a:cubicBezTo>
                  <a:pt x="4075841" y="6408803"/>
                  <a:pt x="4077026" y="6557662"/>
                  <a:pt x="4086110" y="6706145"/>
                </a:cubicBezTo>
                <a:cubicBezTo>
                  <a:pt x="4087467" y="6735616"/>
                  <a:pt x="4087474" y="6765120"/>
                  <a:pt x="4086135" y="6794562"/>
                </a:cubicBezTo>
                <a:lnTo>
                  <a:pt x="4080334" y="6858000"/>
                </a:lnTo>
                <a:lnTo>
                  <a:pt x="0" y="6858000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99EFE32-D1C1-0167-A881-121E10ECAA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5001" y="640823"/>
            <a:ext cx="3103194" cy="5583148"/>
          </a:xfrm>
        </p:spPr>
        <p:txBody>
          <a:bodyPr anchor="ctr">
            <a:normAutofit/>
          </a:bodyPr>
          <a:lstStyle/>
          <a:p>
            <a:r>
              <a:rPr lang="en-US"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Table of contents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24DE4FD2-C97C-D7A6-634D-110E3A95406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161741339"/>
              </p:ext>
            </p:extLst>
          </p:nvPr>
        </p:nvGraphicFramePr>
        <p:xfrm>
          <a:off x="4648018" y="640822"/>
          <a:ext cx="6900512" cy="553614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64541404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247B6BBF-09F2-4A29-AE4E-3771E29248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9D10D95-A0A2-3DCF-2EDA-E1A2626870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5000" y="634029"/>
            <a:ext cx="10921640" cy="1314698"/>
          </a:xfrm>
        </p:spPr>
        <p:txBody>
          <a:bodyPr anchor="ctr">
            <a:normAutofit/>
          </a:bodyPr>
          <a:lstStyle/>
          <a:p>
            <a:pPr algn="ctr"/>
            <a:r>
              <a:rPr lang="en-US" sz="7200">
                <a:latin typeface="Aharoni" panose="02010803020104030203" pitchFamily="2" charset="-79"/>
                <a:cs typeface="Aharoni" panose="02010803020104030203" pitchFamily="2" charset="-79"/>
              </a:rPr>
              <a:t>Our roles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535742DD-1B16-4E9D-B715-0D74B4574A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648305" y="2241737"/>
            <a:ext cx="10900219" cy="18288"/>
          </a:xfrm>
          <a:custGeom>
            <a:avLst/>
            <a:gdLst>
              <a:gd name="connsiteX0" fmla="*/ 0 w 10900219"/>
              <a:gd name="connsiteY0" fmla="*/ 0 h 18288"/>
              <a:gd name="connsiteX1" fmla="*/ 463259 w 10900219"/>
              <a:gd name="connsiteY1" fmla="*/ 0 h 18288"/>
              <a:gd name="connsiteX2" fmla="*/ 1144523 w 10900219"/>
              <a:gd name="connsiteY2" fmla="*/ 0 h 18288"/>
              <a:gd name="connsiteX3" fmla="*/ 1934789 w 10900219"/>
              <a:gd name="connsiteY3" fmla="*/ 0 h 18288"/>
              <a:gd name="connsiteX4" fmla="*/ 2289046 w 10900219"/>
              <a:gd name="connsiteY4" fmla="*/ 0 h 18288"/>
              <a:gd name="connsiteX5" fmla="*/ 2643303 w 10900219"/>
              <a:gd name="connsiteY5" fmla="*/ 0 h 18288"/>
              <a:gd name="connsiteX6" fmla="*/ 3542571 w 10900219"/>
              <a:gd name="connsiteY6" fmla="*/ 0 h 18288"/>
              <a:gd name="connsiteX7" fmla="*/ 4223835 w 10900219"/>
              <a:gd name="connsiteY7" fmla="*/ 0 h 18288"/>
              <a:gd name="connsiteX8" fmla="*/ 4578092 w 10900219"/>
              <a:gd name="connsiteY8" fmla="*/ 0 h 18288"/>
              <a:gd name="connsiteX9" fmla="*/ 5259356 w 10900219"/>
              <a:gd name="connsiteY9" fmla="*/ 0 h 18288"/>
              <a:gd name="connsiteX10" fmla="*/ 6158624 w 10900219"/>
              <a:gd name="connsiteY10" fmla="*/ 0 h 18288"/>
              <a:gd name="connsiteX11" fmla="*/ 6730885 w 10900219"/>
              <a:gd name="connsiteY11" fmla="*/ 0 h 18288"/>
              <a:gd name="connsiteX12" fmla="*/ 7303147 w 10900219"/>
              <a:gd name="connsiteY12" fmla="*/ 0 h 18288"/>
              <a:gd name="connsiteX13" fmla="*/ 7984410 w 10900219"/>
              <a:gd name="connsiteY13" fmla="*/ 0 h 18288"/>
              <a:gd name="connsiteX14" fmla="*/ 8774676 w 10900219"/>
              <a:gd name="connsiteY14" fmla="*/ 0 h 18288"/>
              <a:gd name="connsiteX15" fmla="*/ 9564942 w 10900219"/>
              <a:gd name="connsiteY15" fmla="*/ 0 h 18288"/>
              <a:gd name="connsiteX16" fmla="*/ 10900219 w 10900219"/>
              <a:gd name="connsiteY16" fmla="*/ 0 h 18288"/>
              <a:gd name="connsiteX17" fmla="*/ 10900219 w 10900219"/>
              <a:gd name="connsiteY17" fmla="*/ 18288 h 18288"/>
              <a:gd name="connsiteX18" fmla="*/ 10436960 w 10900219"/>
              <a:gd name="connsiteY18" fmla="*/ 18288 h 18288"/>
              <a:gd name="connsiteX19" fmla="*/ 9537692 w 10900219"/>
              <a:gd name="connsiteY19" fmla="*/ 18288 h 18288"/>
              <a:gd name="connsiteX20" fmla="*/ 8856428 w 10900219"/>
              <a:gd name="connsiteY20" fmla="*/ 18288 h 18288"/>
              <a:gd name="connsiteX21" fmla="*/ 8502171 w 10900219"/>
              <a:gd name="connsiteY21" fmla="*/ 18288 h 18288"/>
              <a:gd name="connsiteX22" fmla="*/ 7820907 w 10900219"/>
              <a:gd name="connsiteY22" fmla="*/ 18288 h 18288"/>
              <a:gd name="connsiteX23" fmla="*/ 7248646 w 10900219"/>
              <a:gd name="connsiteY23" fmla="*/ 18288 h 18288"/>
              <a:gd name="connsiteX24" fmla="*/ 6676384 w 10900219"/>
              <a:gd name="connsiteY24" fmla="*/ 18288 h 18288"/>
              <a:gd name="connsiteX25" fmla="*/ 6104123 w 10900219"/>
              <a:gd name="connsiteY25" fmla="*/ 18288 h 18288"/>
              <a:gd name="connsiteX26" fmla="*/ 5531861 w 10900219"/>
              <a:gd name="connsiteY26" fmla="*/ 18288 h 18288"/>
              <a:gd name="connsiteX27" fmla="*/ 4741595 w 10900219"/>
              <a:gd name="connsiteY27" fmla="*/ 18288 h 18288"/>
              <a:gd name="connsiteX28" fmla="*/ 4060332 w 10900219"/>
              <a:gd name="connsiteY28" fmla="*/ 18288 h 18288"/>
              <a:gd name="connsiteX29" fmla="*/ 3706074 w 10900219"/>
              <a:gd name="connsiteY29" fmla="*/ 18288 h 18288"/>
              <a:gd name="connsiteX30" fmla="*/ 3133813 w 10900219"/>
              <a:gd name="connsiteY30" fmla="*/ 18288 h 18288"/>
              <a:gd name="connsiteX31" fmla="*/ 2343547 w 10900219"/>
              <a:gd name="connsiteY31" fmla="*/ 18288 h 18288"/>
              <a:gd name="connsiteX32" fmla="*/ 1880288 w 10900219"/>
              <a:gd name="connsiteY32" fmla="*/ 18288 h 18288"/>
              <a:gd name="connsiteX33" fmla="*/ 981020 w 10900219"/>
              <a:gd name="connsiteY33" fmla="*/ 18288 h 18288"/>
              <a:gd name="connsiteX34" fmla="*/ 0 w 10900219"/>
              <a:gd name="connsiteY34" fmla="*/ 18288 h 18288"/>
              <a:gd name="connsiteX35" fmla="*/ 0 w 10900219"/>
              <a:gd name="connsiteY35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10900219" h="18288" fill="none" extrusionOk="0">
                <a:moveTo>
                  <a:pt x="0" y="0"/>
                </a:moveTo>
                <a:cubicBezTo>
                  <a:pt x="118469" y="-6619"/>
                  <a:pt x="329397" y="-5525"/>
                  <a:pt x="463259" y="0"/>
                </a:cubicBezTo>
                <a:cubicBezTo>
                  <a:pt x="597121" y="5525"/>
                  <a:pt x="866598" y="4881"/>
                  <a:pt x="1144523" y="0"/>
                </a:cubicBezTo>
                <a:cubicBezTo>
                  <a:pt x="1422448" y="-4881"/>
                  <a:pt x="1761178" y="17159"/>
                  <a:pt x="1934789" y="0"/>
                </a:cubicBezTo>
                <a:cubicBezTo>
                  <a:pt x="2108400" y="-17159"/>
                  <a:pt x="2119134" y="-4032"/>
                  <a:pt x="2289046" y="0"/>
                </a:cubicBezTo>
                <a:cubicBezTo>
                  <a:pt x="2458958" y="4032"/>
                  <a:pt x="2472610" y="15385"/>
                  <a:pt x="2643303" y="0"/>
                </a:cubicBezTo>
                <a:cubicBezTo>
                  <a:pt x="2813996" y="-15385"/>
                  <a:pt x="3334189" y="-21234"/>
                  <a:pt x="3542571" y="0"/>
                </a:cubicBezTo>
                <a:cubicBezTo>
                  <a:pt x="3750953" y="21234"/>
                  <a:pt x="3991639" y="13212"/>
                  <a:pt x="4223835" y="0"/>
                </a:cubicBezTo>
                <a:cubicBezTo>
                  <a:pt x="4456031" y="-13212"/>
                  <a:pt x="4466914" y="13318"/>
                  <a:pt x="4578092" y="0"/>
                </a:cubicBezTo>
                <a:cubicBezTo>
                  <a:pt x="4689270" y="-13318"/>
                  <a:pt x="5120635" y="31363"/>
                  <a:pt x="5259356" y="0"/>
                </a:cubicBezTo>
                <a:cubicBezTo>
                  <a:pt x="5398077" y="-31363"/>
                  <a:pt x="5954119" y="-7091"/>
                  <a:pt x="6158624" y="0"/>
                </a:cubicBezTo>
                <a:cubicBezTo>
                  <a:pt x="6363129" y="7091"/>
                  <a:pt x="6535071" y="-8480"/>
                  <a:pt x="6730885" y="0"/>
                </a:cubicBezTo>
                <a:cubicBezTo>
                  <a:pt x="6926699" y="8480"/>
                  <a:pt x="7091018" y="19194"/>
                  <a:pt x="7303147" y="0"/>
                </a:cubicBezTo>
                <a:cubicBezTo>
                  <a:pt x="7515276" y="-19194"/>
                  <a:pt x="7840361" y="30755"/>
                  <a:pt x="7984410" y="0"/>
                </a:cubicBezTo>
                <a:cubicBezTo>
                  <a:pt x="8128459" y="-30755"/>
                  <a:pt x="8498590" y="39460"/>
                  <a:pt x="8774676" y="0"/>
                </a:cubicBezTo>
                <a:cubicBezTo>
                  <a:pt x="9050762" y="-39460"/>
                  <a:pt x="9204381" y="36508"/>
                  <a:pt x="9564942" y="0"/>
                </a:cubicBezTo>
                <a:cubicBezTo>
                  <a:pt x="9925503" y="-36508"/>
                  <a:pt x="10235542" y="59225"/>
                  <a:pt x="10900219" y="0"/>
                </a:cubicBezTo>
                <a:cubicBezTo>
                  <a:pt x="10900865" y="4451"/>
                  <a:pt x="10900709" y="9226"/>
                  <a:pt x="10900219" y="18288"/>
                </a:cubicBezTo>
                <a:cubicBezTo>
                  <a:pt x="10675942" y="21751"/>
                  <a:pt x="10609372" y="26977"/>
                  <a:pt x="10436960" y="18288"/>
                </a:cubicBezTo>
                <a:cubicBezTo>
                  <a:pt x="10264548" y="9599"/>
                  <a:pt x="9961150" y="-11074"/>
                  <a:pt x="9537692" y="18288"/>
                </a:cubicBezTo>
                <a:cubicBezTo>
                  <a:pt x="9114234" y="47650"/>
                  <a:pt x="9087386" y="35169"/>
                  <a:pt x="8856428" y="18288"/>
                </a:cubicBezTo>
                <a:cubicBezTo>
                  <a:pt x="8625470" y="1407"/>
                  <a:pt x="8634361" y="13786"/>
                  <a:pt x="8502171" y="18288"/>
                </a:cubicBezTo>
                <a:cubicBezTo>
                  <a:pt x="8369981" y="22790"/>
                  <a:pt x="8132296" y="22561"/>
                  <a:pt x="7820907" y="18288"/>
                </a:cubicBezTo>
                <a:cubicBezTo>
                  <a:pt x="7509518" y="14015"/>
                  <a:pt x="7432447" y="29431"/>
                  <a:pt x="7248646" y="18288"/>
                </a:cubicBezTo>
                <a:cubicBezTo>
                  <a:pt x="7064845" y="7145"/>
                  <a:pt x="6954380" y="2746"/>
                  <a:pt x="6676384" y="18288"/>
                </a:cubicBezTo>
                <a:cubicBezTo>
                  <a:pt x="6398388" y="33830"/>
                  <a:pt x="6292480" y="-4579"/>
                  <a:pt x="6104123" y="18288"/>
                </a:cubicBezTo>
                <a:cubicBezTo>
                  <a:pt x="5915766" y="41155"/>
                  <a:pt x="5703359" y="-8437"/>
                  <a:pt x="5531861" y="18288"/>
                </a:cubicBezTo>
                <a:cubicBezTo>
                  <a:pt x="5360363" y="45013"/>
                  <a:pt x="5056784" y="-12121"/>
                  <a:pt x="4741595" y="18288"/>
                </a:cubicBezTo>
                <a:cubicBezTo>
                  <a:pt x="4426406" y="48697"/>
                  <a:pt x="4364529" y="-10910"/>
                  <a:pt x="4060332" y="18288"/>
                </a:cubicBezTo>
                <a:cubicBezTo>
                  <a:pt x="3756135" y="47486"/>
                  <a:pt x="3816049" y="13364"/>
                  <a:pt x="3706074" y="18288"/>
                </a:cubicBezTo>
                <a:cubicBezTo>
                  <a:pt x="3596099" y="23212"/>
                  <a:pt x="3382238" y="37686"/>
                  <a:pt x="3133813" y="18288"/>
                </a:cubicBezTo>
                <a:cubicBezTo>
                  <a:pt x="2885388" y="-1110"/>
                  <a:pt x="2523125" y="15465"/>
                  <a:pt x="2343547" y="18288"/>
                </a:cubicBezTo>
                <a:cubicBezTo>
                  <a:pt x="2163969" y="21111"/>
                  <a:pt x="1985160" y="33196"/>
                  <a:pt x="1880288" y="18288"/>
                </a:cubicBezTo>
                <a:cubicBezTo>
                  <a:pt x="1775416" y="3380"/>
                  <a:pt x="1261751" y="-9914"/>
                  <a:pt x="981020" y="18288"/>
                </a:cubicBezTo>
                <a:cubicBezTo>
                  <a:pt x="700289" y="46490"/>
                  <a:pt x="314212" y="-15659"/>
                  <a:pt x="0" y="18288"/>
                </a:cubicBezTo>
                <a:cubicBezTo>
                  <a:pt x="-213" y="9468"/>
                  <a:pt x="187" y="4459"/>
                  <a:pt x="0" y="0"/>
                </a:cubicBezTo>
                <a:close/>
              </a:path>
              <a:path w="10900219" h="18288" stroke="0" extrusionOk="0">
                <a:moveTo>
                  <a:pt x="0" y="0"/>
                </a:moveTo>
                <a:cubicBezTo>
                  <a:pt x="269624" y="3698"/>
                  <a:pt x="383061" y="-5818"/>
                  <a:pt x="572261" y="0"/>
                </a:cubicBezTo>
                <a:cubicBezTo>
                  <a:pt x="761461" y="5818"/>
                  <a:pt x="826360" y="-1890"/>
                  <a:pt x="926519" y="0"/>
                </a:cubicBezTo>
                <a:cubicBezTo>
                  <a:pt x="1026678" y="1890"/>
                  <a:pt x="1621671" y="-1096"/>
                  <a:pt x="1825787" y="0"/>
                </a:cubicBezTo>
                <a:cubicBezTo>
                  <a:pt x="2029903" y="1096"/>
                  <a:pt x="2212612" y="17145"/>
                  <a:pt x="2398048" y="0"/>
                </a:cubicBezTo>
                <a:cubicBezTo>
                  <a:pt x="2583484" y="-17145"/>
                  <a:pt x="2739759" y="-14168"/>
                  <a:pt x="2970310" y="0"/>
                </a:cubicBezTo>
                <a:cubicBezTo>
                  <a:pt x="3200861" y="14168"/>
                  <a:pt x="3502691" y="33180"/>
                  <a:pt x="3869578" y="0"/>
                </a:cubicBezTo>
                <a:cubicBezTo>
                  <a:pt x="4236465" y="-33180"/>
                  <a:pt x="4122134" y="-10470"/>
                  <a:pt x="4332837" y="0"/>
                </a:cubicBezTo>
                <a:cubicBezTo>
                  <a:pt x="4543540" y="10470"/>
                  <a:pt x="4834652" y="3572"/>
                  <a:pt x="5232105" y="0"/>
                </a:cubicBezTo>
                <a:cubicBezTo>
                  <a:pt x="5629558" y="-3572"/>
                  <a:pt x="5773178" y="-6604"/>
                  <a:pt x="6131373" y="0"/>
                </a:cubicBezTo>
                <a:cubicBezTo>
                  <a:pt x="6489568" y="6604"/>
                  <a:pt x="6621532" y="18870"/>
                  <a:pt x="6812637" y="0"/>
                </a:cubicBezTo>
                <a:cubicBezTo>
                  <a:pt x="7003742" y="-18870"/>
                  <a:pt x="7311146" y="18959"/>
                  <a:pt x="7711905" y="0"/>
                </a:cubicBezTo>
                <a:cubicBezTo>
                  <a:pt x="8112664" y="-18959"/>
                  <a:pt x="8080793" y="-24744"/>
                  <a:pt x="8284166" y="0"/>
                </a:cubicBezTo>
                <a:cubicBezTo>
                  <a:pt x="8487539" y="24744"/>
                  <a:pt x="8615041" y="-1627"/>
                  <a:pt x="8856428" y="0"/>
                </a:cubicBezTo>
                <a:cubicBezTo>
                  <a:pt x="9097815" y="1627"/>
                  <a:pt x="9475052" y="26322"/>
                  <a:pt x="9646694" y="0"/>
                </a:cubicBezTo>
                <a:cubicBezTo>
                  <a:pt x="9818336" y="-26322"/>
                  <a:pt x="9938906" y="-121"/>
                  <a:pt x="10218955" y="0"/>
                </a:cubicBezTo>
                <a:cubicBezTo>
                  <a:pt x="10499004" y="121"/>
                  <a:pt x="10697467" y="15326"/>
                  <a:pt x="10900219" y="0"/>
                </a:cubicBezTo>
                <a:cubicBezTo>
                  <a:pt x="10899812" y="8690"/>
                  <a:pt x="10900065" y="14141"/>
                  <a:pt x="10900219" y="18288"/>
                </a:cubicBezTo>
                <a:cubicBezTo>
                  <a:pt x="10543007" y="31201"/>
                  <a:pt x="10472057" y="15684"/>
                  <a:pt x="10109953" y="18288"/>
                </a:cubicBezTo>
                <a:cubicBezTo>
                  <a:pt x="9747849" y="20892"/>
                  <a:pt x="9872856" y="33007"/>
                  <a:pt x="9755696" y="18288"/>
                </a:cubicBezTo>
                <a:cubicBezTo>
                  <a:pt x="9638536" y="3569"/>
                  <a:pt x="9442681" y="6596"/>
                  <a:pt x="9292437" y="18288"/>
                </a:cubicBezTo>
                <a:cubicBezTo>
                  <a:pt x="9142193" y="29980"/>
                  <a:pt x="8817861" y="-11343"/>
                  <a:pt x="8393169" y="18288"/>
                </a:cubicBezTo>
                <a:cubicBezTo>
                  <a:pt x="7968477" y="47919"/>
                  <a:pt x="7919655" y="23228"/>
                  <a:pt x="7711905" y="18288"/>
                </a:cubicBezTo>
                <a:cubicBezTo>
                  <a:pt x="7504155" y="13348"/>
                  <a:pt x="7365667" y="6452"/>
                  <a:pt x="7248646" y="18288"/>
                </a:cubicBezTo>
                <a:cubicBezTo>
                  <a:pt x="7131625" y="30124"/>
                  <a:pt x="6776155" y="2871"/>
                  <a:pt x="6567382" y="18288"/>
                </a:cubicBezTo>
                <a:cubicBezTo>
                  <a:pt x="6358609" y="33705"/>
                  <a:pt x="6372933" y="1091"/>
                  <a:pt x="6213125" y="18288"/>
                </a:cubicBezTo>
                <a:cubicBezTo>
                  <a:pt x="6053317" y="35485"/>
                  <a:pt x="5980913" y="1290"/>
                  <a:pt x="5858868" y="18288"/>
                </a:cubicBezTo>
                <a:cubicBezTo>
                  <a:pt x="5736823" y="35286"/>
                  <a:pt x="5481395" y="5492"/>
                  <a:pt x="5177604" y="18288"/>
                </a:cubicBezTo>
                <a:cubicBezTo>
                  <a:pt x="4873813" y="31084"/>
                  <a:pt x="4854222" y="37160"/>
                  <a:pt x="4714345" y="18288"/>
                </a:cubicBezTo>
                <a:cubicBezTo>
                  <a:pt x="4574468" y="-584"/>
                  <a:pt x="4298550" y="22981"/>
                  <a:pt x="3924079" y="18288"/>
                </a:cubicBezTo>
                <a:cubicBezTo>
                  <a:pt x="3549608" y="13595"/>
                  <a:pt x="3645461" y="-921"/>
                  <a:pt x="3460820" y="18288"/>
                </a:cubicBezTo>
                <a:cubicBezTo>
                  <a:pt x="3276179" y="37497"/>
                  <a:pt x="3004470" y="-15027"/>
                  <a:pt x="2670554" y="18288"/>
                </a:cubicBezTo>
                <a:cubicBezTo>
                  <a:pt x="2336638" y="51603"/>
                  <a:pt x="2425773" y="17517"/>
                  <a:pt x="2316297" y="18288"/>
                </a:cubicBezTo>
                <a:cubicBezTo>
                  <a:pt x="2206821" y="19059"/>
                  <a:pt x="1757890" y="42158"/>
                  <a:pt x="1526031" y="18288"/>
                </a:cubicBezTo>
                <a:cubicBezTo>
                  <a:pt x="1294172" y="-5582"/>
                  <a:pt x="1213137" y="12281"/>
                  <a:pt x="1062771" y="18288"/>
                </a:cubicBezTo>
                <a:cubicBezTo>
                  <a:pt x="912405" y="24295"/>
                  <a:pt x="829444" y="7304"/>
                  <a:pt x="708514" y="18288"/>
                </a:cubicBezTo>
                <a:cubicBezTo>
                  <a:pt x="587584" y="29272"/>
                  <a:pt x="227877" y="37311"/>
                  <a:pt x="0" y="18288"/>
                </a:cubicBezTo>
                <a:cubicBezTo>
                  <a:pt x="-53" y="11301"/>
                  <a:pt x="-649" y="7756"/>
                  <a:pt x="0" y="0"/>
                </a:cubicBezTo>
                <a:close/>
              </a:path>
            </a:pathLst>
          </a:custGeom>
          <a:solidFill>
            <a:schemeClr val="accent1"/>
          </a:solidFill>
          <a:ln w="34925">
            <a:solidFill>
              <a:schemeClr val="accent1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6" name="Content Placeholder 3">
            <a:extLst>
              <a:ext uri="{FF2B5EF4-FFF2-40B4-BE49-F238E27FC236}">
                <a16:creationId xmlns:a16="http://schemas.microsoft.com/office/drawing/2014/main" id="{5390F00E-75E0-1A43-0D48-22FC28DFF18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380757080"/>
              </p:ext>
            </p:extLst>
          </p:nvPr>
        </p:nvGraphicFramePr>
        <p:xfrm>
          <a:off x="627826" y="1291378"/>
          <a:ext cx="10915869" cy="347894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pic>
        <p:nvPicPr>
          <p:cNvPr id="8" name="Picture 7">
            <a:extLst>
              <a:ext uri="{FF2B5EF4-FFF2-40B4-BE49-F238E27FC236}">
                <a16:creationId xmlns:a16="http://schemas.microsoft.com/office/drawing/2014/main" id="{CE80474C-D88E-3355-D8CA-ACC2BEA6BD64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11018" y="3897400"/>
            <a:ext cx="2068945" cy="1043009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11" name="Picture 10" descr="A screenshot of a cartoon&#10;&#10;Description automatically generated">
            <a:extLst>
              <a:ext uri="{FF2B5EF4-FFF2-40B4-BE49-F238E27FC236}">
                <a16:creationId xmlns:a16="http://schemas.microsoft.com/office/drawing/2014/main" id="{00148C15-849A-25CB-8EE7-025CEC1DAE04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98617" y="3897400"/>
            <a:ext cx="2336801" cy="1165928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BA8412D3-93C2-09A2-3070-89AF1CACD815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454072" y="3822216"/>
            <a:ext cx="1573085" cy="1948554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51B0F04E-8265-68E3-FAAB-8E49D6BDD7A7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619955" y="3840504"/>
            <a:ext cx="1593349" cy="197365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954A4ED4-C00F-D529-1A11-F7AC73F6330C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914255" y="3822216"/>
            <a:ext cx="1680361" cy="208143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36459960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D10D95-A0A2-3DCF-2EDA-E1A2626870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haroni" panose="02010803020104030203" pitchFamily="2" charset="-79"/>
                <a:cs typeface="Aharoni" panose="02010803020104030203" pitchFamily="2" charset="-79"/>
              </a:rPr>
              <a:t>Why our product?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64B306F1-8C38-EF17-ABC2-C1F0CA1F885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837397205"/>
              </p:ext>
            </p:extLst>
          </p:nvPr>
        </p:nvGraphicFramePr>
        <p:xfrm>
          <a:off x="838200" y="1929384"/>
          <a:ext cx="10515600" cy="425196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96465232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5" name="Rectangle 24">
            <a:extLst>
              <a:ext uri="{FF2B5EF4-FFF2-40B4-BE49-F238E27FC236}">
                <a16:creationId xmlns:a16="http://schemas.microsoft.com/office/drawing/2014/main" id="{2B97F24A-32CE-4C1C-A50D-3016B394DC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5F3578E-76FA-1EAF-80A7-1F33C52834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936" y="639520"/>
            <a:ext cx="3429000" cy="1719072"/>
          </a:xfrm>
        </p:spPr>
        <p:txBody>
          <a:bodyPr anchor="b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3700" dirty="0">
                <a:latin typeface="Aharoni" panose="02010803020104030203" pitchFamily="2" charset="-79"/>
                <a:cs typeface="Aharoni" panose="02010803020104030203" pitchFamily="2" charset="-79"/>
              </a:rPr>
              <a:t>User Friendly Interface</a:t>
            </a:r>
            <a:br>
              <a:rPr lang="en-US" sz="3700" dirty="0"/>
            </a:br>
            <a:endParaRPr lang="en-US" sz="3700" dirty="0"/>
          </a:p>
        </p:txBody>
      </p:sp>
      <p:sp>
        <p:nvSpPr>
          <p:cNvPr id="27" name="Rectangle 6">
            <a:extLst>
              <a:ext uri="{FF2B5EF4-FFF2-40B4-BE49-F238E27FC236}">
                <a16:creationId xmlns:a16="http://schemas.microsoft.com/office/drawing/2014/main" id="{3CE8AF5E-D374-4CF1-90CC-35CF73B81C3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79084" y="2532888"/>
            <a:ext cx="3291840" cy="18288"/>
          </a:xfrm>
          <a:custGeom>
            <a:avLst/>
            <a:gdLst>
              <a:gd name="connsiteX0" fmla="*/ 0 w 3291840"/>
              <a:gd name="connsiteY0" fmla="*/ 0 h 18288"/>
              <a:gd name="connsiteX1" fmla="*/ 625450 w 3291840"/>
              <a:gd name="connsiteY1" fmla="*/ 0 h 18288"/>
              <a:gd name="connsiteX2" fmla="*/ 1283818 w 3291840"/>
              <a:gd name="connsiteY2" fmla="*/ 0 h 18288"/>
              <a:gd name="connsiteX3" fmla="*/ 1975104 w 3291840"/>
              <a:gd name="connsiteY3" fmla="*/ 0 h 18288"/>
              <a:gd name="connsiteX4" fmla="*/ 2666390 w 3291840"/>
              <a:gd name="connsiteY4" fmla="*/ 0 h 18288"/>
              <a:gd name="connsiteX5" fmla="*/ 3291840 w 3291840"/>
              <a:gd name="connsiteY5" fmla="*/ 0 h 18288"/>
              <a:gd name="connsiteX6" fmla="*/ 3291840 w 3291840"/>
              <a:gd name="connsiteY6" fmla="*/ 18288 h 18288"/>
              <a:gd name="connsiteX7" fmla="*/ 2567635 w 3291840"/>
              <a:gd name="connsiteY7" fmla="*/ 18288 h 18288"/>
              <a:gd name="connsiteX8" fmla="*/ 1843430 w 3291840"/>
              <a:gd name="connsiteY8" fmla="*/ 18288 h 18288"/>
              <a:gd name="connsiteX9" fmla="*/ 1185062 w 3291840"/>
              <a:gd name="connsiteY9" fmla="*/ 18288 h 18288"/>
              <a:gd name="connsiteX10" fmla="*/ 0 w 3291840"/>
              <a:gd name="connsiteY10" fmla="*/ 18288 h 18288"/>
              <a:gd name="connsiteX11" fmla="*/ 0 w 3291840"/>
              <a:gd name="connsiteY11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3291840" h="18288" fill="none" extrusionOk="0">
                <a:moveTo>
                  <a:pt x="0" y="0"/>
                </a:moveTo>
                <a:cubicBezTo>
                  <a:pt x="173613" y="5552"/>
                  <a:pt x="489242" y="1770"/>
                  <a:pt x="625450" y="0"/>
                </a:cubicBezTo>
                <a:cubicBezTo>
                  <a:pt x="761658" y="-1770"/>
                  <a:pt x="1015131" y="32079"/>
                  <a:pt x="1283818" y="0"/>
                </a:cubicBezTo>
                <a:cubicBezTo>
                  <a:pt x="1552505" y="-32079"/>
                  <a:pt x="1752773" y="10771"/>
                  <a:pt x="1975104" y="0"/>
                </a:cubicBezTo>
                <a:cubicBezTo>
                  <a:pt x="2197435" y="-10771"/>
                  <a:pt x="2433070" y="21341"/>
                  <a:pt x="2666390" y="0"/>
                </a:cubicBezTo>
                <a:cubicBezTo>
                  <a:pt x="2899710" y="-21341"/>
                  <a:pt x="3028437" y="16612"/>
                  <a:pt x="3291840" y="0"/>
                </a:cubicBezTo>
                <a:cubicBezTo>
                  <a:pt x="3291131" y="8157"/>
                  <a:pt x="3291427" y="12125"/>
                  <a:pt x="3291840" y="18288"/>
                </a:cubicBezTo>
                <a:cubicBezTo>
                  <a:pt x="3043276" y="37868"/>
                  <a:pt x="2921041" y="-12908"/>
                  <a:pt x="2567635" y="18288"/>
                </a:cubicBezTo>
                <a:cubicBezTo>
                  <a:pt x="2214230" y="49484"/>
                  <a:pt x="2189623" y="-13019"/>
                  <a:pt x="1843430" y="18288"/>
                </a:cubicBezTo>
                <a:cubicBezTo>
                  <a:pt x="1497237" y="49595"/>
                  <a:pt x="1492584" y="29180"/>
                  <a:pt x="1185062" y="18288"/>
                </a:cubicBezTo>
                <a:cubicBezTo>
                  <a:pt x="877540" y="7396"/>
                  <a:pt x="313238" y="46443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291840" h="18288" stroke="0" extrusionOk="0">
                <a:moveTo>
                  <a:pt x="0" y="0"/>
                </a:moveTo>
                <a:cubicBezTo>
                  <a:pt x="281971" y="23935"/>
                  <a:pt x="485873" y="-14021"/>
                  <a:pt x="625450" y="0"/>
                </a:cubicBezTo>
                <a:cubicBezTo>
                  <a:pt x="765027" y="14021"/>
                  <a:pt x="1048900" y="27914"/>
                  <a:pt x="1185062" y="0"/>
                </a:cubicBezTo>
                <a:cubicBezTo>
                  <a:pt x="1321224" y="-27914"/>
                  <a:pt x="1648252" y="-3988"/>
                  <a:pt x="1909267" y="0"/>
                </a:cubicBezTo>
                <a:cubicBezTo>
                  <a:pt x="2170282" y="3988"/>
                  <a:pt x="2301957" y="25891"/>
                  <a:pt x="2534717" y="0"/>
                </a:cubicBezTo>
                <a:cubicBezTo>
                  <a:pt x="2767477" y="-25891"/>
                  <a:pt x="3078800" y="21500"/>
                  <a:pt x="3291840" y="0"/>
                </a:cubicBezTo>
                <a:cubicBezTo>
                  <a:pt x="3291576" y="4493"/>
                  <a:pt x="3292224" y="9472"/>
                  <a:pt x="3291840" y="18288"/>
                </a:cubicBezTo>
                <a:cubicBezTo>
                  <a:pt x="3120474" y="15714"/>
                  <a:pt x="2816568" y="4633"/>
                  <a:pt x="2633472" y="18288"/>
                </a:cubicBezTo>
                <a:cubicBezTo>
                  <a:pt x="2450376" y="31943"/>
                  <a:pt x="2160769" y="37350"/>
                  <a:pt x="1909267" y="18288"/>
                </a:cubicBezTo>
                <a:cubicBezTo>
                  <a:pt x="1657765" y="-774"/>
                  <a:pt x="1623992" y="9648"/>
                  <a:pt x="1349654" y="18288"/>
                </a:cubicBezTo>
                <a:cubicBezTo>
                  <a:pt x="1075316" y="26928"/>
                  <a:pt x="833426" y="34181"/>
                  <a:pt x="691286" y="18288"/>
                </a:cubicBezTo>
                <a:cubicBezTo>
                  <a:pt x="549146" y="2395"/>
                  <a:pt x="342011" y="24201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rgbClr val="F43201"/>
          </a:solidFill>
          <a:ln w="38100" cap="rnd">
            <a:solidFill>
              <a:srgbClr val="F43201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29" name="Ink 28">
                <a:extLst>
                  <a:ext uri="{FF2B5EF4-FFF2-40B4-BE49-F238E27FC236}">
                    <a16:creationId xmlns:a16="http://schemas.microsoft.com/office/drawing/2014/main" id="{070477C5-0410-4E4F-97A1-F84C2465C187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14:cNvPr>
              <p14:cNvContentPartPr>
                <a14:cpLocks xmlns:a14="http://schemas.microsoft.com/office/drawing/2010/main" noGrp="1" noRot="1" noChangeAspect="1" noMove="1" noResize="1" noEditPoints="1" noAdjustHandles="1" noChangeArrowheads="1" noChangeShapeType="1"/>
              </p14:cNvContentPartPr>
              <p14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14:nvPr>
            </p14:nvContentPartPr>
            <p14:xfrm>
              <a:off x="5755403" y="1971579"/>
              <a:ext cx="360" cy="2160"/>
            </p14:xfrm>
          </p:contentPart>
        </mc:Choice>
        <mc:Fallback xmlns="">
          <p:pic>
            <p:nvPicPr>
              <p:cNvPr id="29" name="Ink 28">
                <a:extLst>
                  <a:ext uri="{FF2B5EF4-FFF2-40B4-BE49-F238E27FC236}">
                    <a16:creationId xmlns:a16="http://schemas.microsoft.com/office/drawing/2014/main" id="{070477C5-0410-4E4F-97A1-F84C2465C187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5737403" y="1956150"/>
                <a:ext cx="36000" cy="32709"/>
              </a:xfrm>
              <a:prstGeom prst="rect">
                <a:avLst/>
              </a:prstGeom>
            </p:spPr>
          </p:pic>
        </mc:Fallback>
      </mc:AlternateContent>
      <p:pic>
        <p:nvPicPr>
          <p:cNvPr id="43" name="Picture 42">
            <a:extLst>
              <a:ext uri="{FF2B5EF4-FFF2-40B4-BE49-F238E27FC236}">
                <a16:creationId xmlns:a16="http://schemas.microsoft.com/office/drawing/2014/main" id="{20A18788-F7C7-2B43-F0C4-D3C63DA31F8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95818" y="2180901"/>
            <a:ext cx="9231193" cy="7993104"/>
          </a:xfrm>
          <a:prstGeom prst="rect">
            <a:avLst/>
          </a:prstGeom>
        </p:spPr>
      </p:pic>
      <p:pic>
        <p:nvPicPr>
          <p:cNvPr id="31" name="Picture 30" descr="A screenshot of a pizza&#10;&#10;Description automatically generated">
            <a:extLst>
              <a:ext uri="{FF2B5EF4-FFF2-40B4-BE49-F238E27FC236}">
                <a16:creationId xmlns:a16="http://schemas.microsoft.com/office/drawing/2014/main" id="{B5616DA1-4EF4-180E-5634-FAAF321BD91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25" b="1582"/>
          <a:stretch/>
        </p:blipFill>
        <p:spPr>
          <a:xfrm>
            <a:off x="6896183" y="427036"/>
            <a:ext cx="4913973" cy="3673326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42" name="Picture 41">
            <a:extLst>
              <a:ext uri="{FF2B5EF4-FFF2-40B4-BE49-F238E27FC236}">
                <a16:creationId xmlns:a16="http://schemas.microsoft.com/office/drawing/2014/main" id="{9861DD04-8434-9724-2642-4F7967A24F9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7200" y="3313177"/>
            <a:ext cx="6072783" cy="3029966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25753224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03EF2F-524F-FB24-A0B7-E432262224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>
                <a:latin typeface="Aharoni" panose="02010803020104030203" pitchFamily="2" charset="-79"/>
                <a:cs typeface="Aharoni" panose="02010803020104030203" pitchFamily="2" charset="-79"/>
              </a:rPr>
              <a:t>Well Documented</a:t>
            </a:r>
            <a:br>
              <a:rPr lang="en-US" dirty="0"/>
            </a:br>
            <a:endParaRPr lang="en-US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89C3CE03-2402-24D9-B75F-413284AA6CD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66023" y="1910379"/>
            <a:ext cx="5629977" cy="209058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3EC97AAE-C7F2-2480-2FA8-48D990426C4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99443" y="3429000"/>
            <a:ext cx="4954357" cy="309978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C90BFFCB-89D0-D9C8-D1ED-642742288A21}"/>
              </a:ext>
            </a:extLst>
          </p:cNvPr>
          <p:cNvSpPr txBox="1"/>
          <p:nvPr/>
        </p:nvSpPr>
        <p:spPr>
          <a:xfrm>
            <a:off x="2145230" y="4035989"/>
            <a:ext cx="22715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Aharoni" panose="02010803020104030203" pitchFamily="2" charset="-79"/>
                <a:cs typeface="Aharoni" panose="02010803020104030203" pitchFamily="2" charset="-79"/>
              </a:rPr>
              <a:t>Business diagram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9D582ED-BCCB-0CFF-8890-98A428D2A198}"/>
              </a:ext>
            </a:extLst>
          </p:cNvPr>
          <p:cNvSpPr txBox="1"/>
          <p:nvPr/>
        </p:nvSpPr>
        <p:spPr>
          <a:xfrm>
            <a:off x="7613583" y="2955671"/>
            <a:ext cx="286832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Aharoni" panose="02010803020104030203" pitchFamily="2" charset="-79"/>
                <a:cs typeface="Aharoni" panose="02010803020104030203" pitchFamily="2" charset="-79"/>
              </a:rPr>
              <a:t>Project plan</a:t>
            </a:r>
          </a:p>
        </p:txBody>
      </p:sp>
    </p:spTree>
    <p:extLst>
      <p:ext uri="{BB962C8B-B14F-4D97-AF65-F5344CB8AC3E}">
        <p14:creationId xmlns:p14="http://schemas.microsoft.com/office/powerpoint/2010/main" val="377916704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4D448F-4C47-5A90-3047-EE4020498C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>
                <a:latin typeface="Aharoni" panose="02010803020104030203" pitchFamily="2" charset="-79"/>
                <a:cs typeface="Aharoni" panose="02010803020104030203" pitchFamily="2" charset="-79"/>
              </a:rPr>
              <a:t>System designed for wider audience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443C686-8549-3C60-21D7-8AB5C6678DC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latin typeface="Aharoni" panose="02010803020104030203" pitchFamily="2" charset="-79"/>
                <a:cs typeface="Aharoni" panose="02010803020104030203" pitchFamily="2" charset="-79"/>
              </a:rPr>
              <a:t>Different payment options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1E3EF86-3553-61CA-931D-A9F1309ADF2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2541"/>
          <a:stretch/>
        </p:blipFill>
        <p:spPr>
          <a:xfrm>
            <a:off x="838200" y="2619531"/>
            <a:ext cx="6840353" cy="347518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9A760614-E52B-2CEF-7F71-1ECFADBB6AB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67824" y="2184935"/>
            <a:ext cx="7920268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527618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1">
                <a:lumMod val="0"/>
                <a:lumOff val="100000"/>
                <a:alpha val="10000"/>
              </a:schemeClr>
            </a:gs>
            <a:gs pos="6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7AD808-DF2B-AD0F-3561-3E78D2B8D7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>
                <a:latin typeface="Aharoni" panose="02010803020104030203" pitchFamily="2" charset="-79"/>
                <a:cs typeface="Aharoni" panose="02010803020104030203" pitchFamily="2" charset="-79"/>
              </a:rPr>
              <a:t>Secure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E62E66-D887-C41D-0CB3-BA3139F653E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latin typeface="Aharoni" panose="02010803020104030203" pitchFamily="2" charset="-79"/>
                <a:cs typeface="Aharoni" panose="02010803020104030203" pitchFamily="2" charset="-79"/>
              </a:rPr>
              <a:t>Proper SQL statements </a:t>
            </a:r>
          </a:p>
          <a:p>
            <a:r>
              <a:rPr lang="en-US" dirty="0">
                <a:latin typeface="Aharoni" panose="02010803020104030203" pitchFamily="2" charset="-79"/>
                <a:cs typeface="Aharoni" panose="02010803020104030203" pitchFamily="2" charset="-79"/>
              </a:rPr>
              <a:t>Password hash</a:t>
            </a:r>
          </a:p>
          <a:p>
            <a:r>
              <a:rPr lang="en-US" dirty="0">
                <a:latin typeface="Aharoni" panose="02010803020104030203" pitchFamily="2" charset="-79"/>
                <a:cs typeface="Aharoni" panose="02010803020104030203" pitchFamily="2" charset="-79"/>
              </a:rPr>
              <a:t>Randomly generated session key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49B142F-FEB3-B276-BB90-FD683B122AE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43007" y="4086646"/>
            <a:ext cx="7792537" cy="1533739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03990178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0"/>
                <a:lumOff val="100000"/>
                <a:alpha val="10000"/>
              </a:schemeClr>
            </a:gs>
            <a:gs pos="64000">
              <a:srgbClr val="FFCC99"/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743AA782-23D1-4521-8CAD-47662984AA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D859BD5-E002-5F26-444A-FC0D8B4843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935" y="640080"/>
            <a:ext cx="9215709" cy="1283820"/>
          </a:xfrm>
        </p:spPr>
        <p:txBody>
          <a:bodyPr anchor="b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3100" dirty="0">
                <a:latin typeface="Aharoni" panose="02010803020104030203" pitchFamily="2" charset="-79"/>
                <a:cs typeface="Aharoni" panose="02010803020104030203" pitchFamily="2" charset="-79"/>
              </a:rPr>
              <a:t>Designed to reduce Mario and Luigi’s workload</a:t>
            </a:r>
            <a:br>
              <a:rPr lang="en-US" sz="3100" dirty="0"/>
            </a:br>
            <a:endParaRPr lang="en-US" sz="3100" dirty="0"/>
          </a:p>
        </p:txBody>
      </p:sp>
      <p:sp>
        <p:nvSpPr>
          <p:cNvPr id="14" name="Rectangle 6">
            <a:extLst>
              <a:ext uri="{FF2B5EF4-FFF2-40B4-BE49-F238E27FC236}">
                <a16:creationId xmlns:a16="http://schemas.microsoft.com/office/drawing/2014/main" id="{3CE8AF5E-D374-4CF1-90CC-35CF73B81C3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30936" y="2386584"/>
            <a:ext cx="4114800" cy="18288"/>
          </a:xfrm>
          <a:custGeom>
            <a:avLst/>
            <a:gdLst>
              <a:gd name="connsiteX0" fmla="*/ 0 w 4114800"/>
              <a:gd name="connsiteY0" fmla="*/ 0 h 18288"/>
              <a:gd name="connsiteX1" fmla="*/ 768096 w 4114800"/>
              <a:gd name="connsiteY1" fmla="*/ 0 h 18288"/>
              <a:gd name="connsiteX2" fmla="*/ 1495044 w 4114800"/>
              <a:gd name="connsiteY2" fmla="*/ 0 h 18288"/>
              <a:gd name="connsiteX3" fmla="*/ 2221992 w 4114800"/>
              <a:gd name="connsiteY3" fmla="*/ 0 h 18288"/>
              <a:gd name="connsiteX4" fmla="*/ 2784348 w 4114800"/>
              <a:gd name="connsiteY4" fmla="*/ 0 h 18288"/>
              <a:gd name="connsiteX5" fmla="*/ 3387852 w 4114800"/>
              <a:gd name="connsiteY5" fmla="*/ 0 h 18288"/>
              <a:gd name="connsiteX6" fmla="*/ 4114800 w 4114800"/>
              <a:gd name="connsiteY6" fmla="*/ 0 h 18288"/>
              <a:gd name="connsiteX7" fmla="*/ 4114800 w 4114800"/>
              <a:gd name="connsiteY7" fmla="*/ 18288 h 18288"/>
              <a:gd name="connsiteX8" fmla="*/ 3429000 w 4114800"/>
              <a:gd name="connsiteY8" fmla="*/ 18288 h 18288"/>
              <a:gd name="connsiteX9" fmla="*/ 2866644 w 4114800"/>
              <a:gd name="connsiteY9" fmla="*/ 18288 h 18288"/>
              <a:gd name="connsiteX10" fmla="*/ 2304288 w 4114800"/>
              <a:gd name="connsiteY10" fmla="*/ 18288 h 18288"/>
              <a:gd name="connsiteX11" fmla="*/ 1577340 w 4114800"/>
              <a:gd name="connsiteY11" fmla="*/ 18288 h 18288"/>
              <a:gd name="connsiteX12" fmla="*/ 973836 w 4114800"/>
              <a:gd name="connsiteY12" fmla="*/ 18288 h 18288"/>
              <a:gd name="connsiteX13" fmla="*/ 0 w 4114800"/>
              <a:gd name="connsiteY13" fmla="*/ 18288 h 18288"/>
              <a:gd name="connsiteX14" fmla="*/ 0 w 4114800"/>
              <a:gd name="connsiteY14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4114800" h="18288" fill="none" extrusionOk="0">
                <a:moveTo>
                  <a:pt x="0" y="0"/>
                </a:moveTo>
                <a:cubicBezTo>
                  <a:pt x="338280" y="-26110"/>
                  <a:pt x="483942" y="6555"/>
                  <a:pt x="768096" y="0"/>
                </a:cubicBezTo>
                <a:cubicBezTo>
                  <a:pt x="1052250" y="-6555"/>
                  <a:pt x="1331484" y="24616"/>
                  <a:pt x="1495044" y="0"/>
                </a:cubicBezTo>
                <a:cubicBezTo>
                  <a:pt x="1658604" y="-24616"/>
                  <a:pt x="2056661" y="-33562"/>
                  <a:pt x="2221992" y="0"/>
                </a:cubicBezTo>
                <a:cubicBezTo>
                  <a:pt x="2387323" y="33562"/>
                  <a:pt x="2629463" y="-20094"/>
                  <a:pt x="2784348" y="0"/>
                </a:cubicBezTo>
                <a:cubicBezTo>
                  <a:pt x="2939233" y="20094"/>
                  <a:pt x="3151981" y="1524"/>
                  <a:pt x="3387852" y="0"/>
                </a:cubicBezTo>
                <a:cubicBezTo>
                  <a:pt x="3623723" y="-1524"/>
                  <a:pt x="3882724" y="26165"/>
                  <a:pt x="4114800" y="0"/>
                </a:cubicBezTo>
                <a:cubicBezTo>
                  <a:pt x="4114300" y="8855"/>
                  <a:pt x="4114909" y="14521"/>
                  <a:pt x="4114800" y="18288"/>
                </a:cubicBezTo>
                <a:cubicBezTo>
                  <a:pt x="3910038" y="37744"/>
                  <a:pt x="3683432" y="-3969"/>
                  <a:pt x="3429000" y="18288"/>
                </a:cubicBezTo>
                <a:cubicBezTo>
                  <a:pt x="3174568" y="40545"/>
                  <a:pt x="3085815" y="44166"/>
                  <a:pt x="2866644" y="18288"/>
                </a:cubicBezTo>
                <a:cubicBezTo>
                  <a:pt x="2647473" y="-7590"/>
                  <a:pt x="2580474" y="31338"/>
                  <a:pt x="2304288" y="18288"/>
                </a:cubicBezTo>
                <a:cubicBezTo>
                  <a:pt x="2028102" y="5238"/>
                  <a:pt x="1863008" y="-2001"/>
                  <a:pt x="1577340" y="18288"/>
                </a:cubicBezTo>
                <a:cubicBezTo>
                  <a:pt x="1291672" y="38577"/>
                  <a:pt x="1243931" y="9893"/>
                  <a:pt x="973836" y="18288"/>
                </a:cubicBezTo>
                <a:cubicBezTo>
                  <a:pt x="703741" y="26683"/>
                  <a:pt x="317656" y="-5910"/>
                  <a:pt x="0" y="18288"/>
                </a:cubicBezTo>
                <a:cubicBezTo>
                  <a:pt x="683" y="12014"/>
                  <a:pt x="724" y="5908"/>
                  <a:pt x="0" y="0"/>
                </a:cubicBezTo>
                <a:close/>
              </a:path>
              <a:path w="4114800" h="18288" stroke="0" extrusionOk="0">
                <a:moveTo>
                  <a:pt x="0" y="0"/>
                </a:moveTo>
                <a:cubicBezTo>
                  <a:pt x="276109" y="5266"/>
                  <a:pt x="325589" y="-19584"/>
                  <a:pt x="644652" y="0"/>
                </a:cubicBezTo>
                <a:cubicBezTo>
                  <a:pt x="963715" y="19584"/>
                  <a:pt x="1064991" y="6066"/>
                  <a:pt x="1207008" y="0"/>
                </a:cubicBezTo>
                <a:cubicBezTo>
                  <a:pt x="1349025" y="-6066"/>
                  <a:pt x="1791724" y="14506"/>
                  <a:pt x="1975104" y="0"/>
                </a:cubicBezTo>
                <a:cubicBezTo>
                  <a:pt x="2158484" y="-14506"/>
                  <a:pt x="2397469" y="20822"/>
                  <a:pt x="2619756" y="0"/>
                </a:cubicBezTo>
                <a:cubicBezTo>
                  <a:pt x="2842043" y="-20822"/>
                  <a:pt x="2992157" y="20388"/>
                  <a:pt x="3264408" y="0"/>
                </a:cubicBezTo>
                <a:cubicBezTo>
                  <a:pt x="3536659" y="-20388"/>
                  <a:pt x="3855620" y="38211"/>
                  <a:pt x="4114800" y="0"/>
                </a:cubicBezTo>
                <a:cubicBezTo>
                  <a:pt x="4113902" y="7180"/>
                  <a:pt x="4114969" y="13790"/>
                  <a:pt x="4114800" y="18288"/>
                </a:cubicBezTo>
                <a:cubicBezTo>
                  <a:pt x="3968901" y="8593"/>
                  <a:pt x="3623428" y="17559"/>
                  <a:pt x="3429000" y="18288"/>
                </a:cubicBezTo>
                <a:cubicBezTo>
                  <a:pt x="3234572" y="19017"/>
                  <a:pt x="3085079" y="41804"/>
                  <a:pt x="2866644" y="18288"/>
                </a:cubicBezTo>
                <a:cubicBezTo>
                  <a:pt x="2648209" y="-5228"/>
                  <a:pt x="2451737" y="24580"/>
                  <a:pt x="2180844" y="18288"/>
                </a:cubicBezTo>
                <a:cubicBezTo>
                  <a:pt x="1909951" y="11996"/>
                  <a:pt x="1681589" y="12244"/>
                  <a:pt x="1495044" y="18288"/>
                </a:cubicBezTo>
                <a:cubicBezTo>
                  <a:pt x="1308499" y="24332"/>
                  <a:pt x="1136614" y="21789"/>
                  <a:pt x="850392" y="18288"/>
                </a:cubicBezTo>
                <a:cubicBezTo>
                  <a:pt x="564170" y="14787"/>
                  <a:pt x="210636" y="54701"/>
                  <a:pt x="0" y="18288"/>
                </a:cubicBezTo>
                <a:cubicBezTo>
                  <a:pt x="571" y="10093"/>
                  <a:pt x="-125" y="8407"/>
                  <a:pt x="0" y="0"/>
                </a:cubicBezTo>
                <a:close/>
              </a:path>
            </a:pathLst>
          </a:custGeom>
          <a:solidFill>
            <a:srgbClr val="FFB344"/>
          </a:solidFill>
          <a:ln w="38100" cap="rnd">
            <a:solidFill>
              <a:srgbClr val="FFB344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16" name="Ink 15">
                <a:extLst>
                  <a:ext uri="{FF2B5EF4-FFF2-40B4-BE49-F238E27FC236}">
                    <a16:creationId xmlns:a16="http://schemas.microsoft.com/office/drawing/2014/main" id="{070477C5-0410-4E4F-97A1-F84C2465C187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14:cNvPr>
              <p14:cNvContentPartPr>
                <a14:cpLocks xmlns:a14="http://schemas.microsoft.com/office/drawing/2010/main" noGrp="1" noRot="1" noChangeAspect="1" noMove="1" noResize="1" noEditPoints="1" noAdjustHandles="1" noChangeArrowheads="1" noChangeShapeType="1"/>
              </p14:cNvContentPartPr>
              <p14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14:nvPr>
            </p14:nvContentPartPr>
            <p14:xfrm>
              <a:off x="5755403" y="1971579"/>
              <a:ext cx="360" cy="2160"/>
            </p14:xfrm>
          </p:contentPart>
        </mc:Choice>
        <mc:Fallback xmlns="">
          <p:pic>
            <p:nvPicPr>
              <p:cNvPr id="16" name="Ink 15">
                <a:extLst>
                  <a:ext uri="{FF2B5EF4-FFF2-40B4-BE49-F238E27FC236}">
                    <a16:creationId xmlns:a16="http://schemas.microsoft.com/office/drawing/2014/main" id="{070477C5-0410-4E4F-97A1-F84C2465C187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5737403" y="1956150"/>
                <a:ext cx="36000" cy="32709"/>
              </a:xfrm>
              <a:prstGeom prst="rect">
                <a:avLst/>
              </a:prstGeom>
            </p:spPr>
          </p:pic>
        </mc:Fallback>
      </mc:AlternateContent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F28B4DE4-5509-0C6D-E3E0-D4557A3E18F4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1043"/>
          <a:stretch/>
        </p:blipFill>
        <p:spPr>
          <a:xfrm>
            <a:off x="3536240" y="2296241"/>
            <a:ext cx="8564160" cy="423925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D979D469-A7C2-C8FE-40BF-06FD6B3B1B4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53064" y="2296241"/>
            <a:ext cx="2864318" cy="28643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577765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1A9F7B4E-B03D-4F64-BE33-00D074458D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006AA683-A3E2-DB2E-EFCE-DC15DC67B4B3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40000"/>
          </a:blip>
          <a:srcRect t="11237" b="4494"/>
          <a:stretch/>
        </p:blipFill>
        <p:spPr>
          <a:xfrm>
            <a:off x="20" y="10"/>
            <a:ext cx="12191979" cy="685799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23328D49-FF72-89C4-B9B2-71151ED655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US" sz="7200">
                <a:latin typeface="Aharoni" panose="02010803020104030203" pitchFamily="2" charset="-79"/>
                <a:cs typeface="Aharoni" panose="02010803020104030203" pitchFamily="2" charset="-79"/>
              </a:rPr>
              <a:t>Individual reflection</a:t>
            </a:r>
          </a:p>
        </p:txBody>
      </p:sp>
      <p:sp>
        <p:nvSpPr>
          <p:cNvPr id="13" name="Rectangle 6">
            <a:extLst>
              <a:ext uri="{FF2B5EF4-FFF2-40B4-BE49-F238E27FC236}">
                <a16:creationId xmlns:a16="http://schemas.microsoft.com/office/drawing/2014/main" id="{1CA8A97F-67F0-4D5F-A850-0C30727D1CE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65578" y="1802192"/>
            <a:ext cx="10853928" cy="18288"/>
          </a:xfrm>
          <a:custGeom>
            <a:avLst/>
            <a:gdLst>
              <a:gd name="connsiteX0" fmla="*/ 0 w 10853928"/>
              <a:gd name="connsiteY0" fmla="*/ 0 h 18288"/>
              <a:gd name="connsiteX1" fmla="*/ 461292 w 10853928"/>
              <a:gd name="connsiteY1" fmla="*/ 0 h 18288"/>
              <a:gd name="connsiteX2" fmla="*/ 1139662 w 10853928"/>
              <a:gd name="connsiteY2" fmla="*/ 0 h 18288"/>
              <a:gd name="connsiteX3" fmla="*/ 1926572 w 10853928"/>
              <a:gd name="connsiteY3" fmla="*/ 0 h 18288"/>
              <a:gd name="connsiteX4" fmla="*/ 2279325 w 10853928"/>
              <a:gd name="connsiteY4" fmla="*/ 0 h 18288"/>
              <a:gd name="connsiteX5" fmla="*/ 2632078 w 10853928"/>
              <a:gd name="connsiteY5" fmla="*/ 0 h 18288"/>
              <a:gd name="connsiteX6" fmla="*/ 3527527 w 10853928"/>
              <a:gd name="connsiteY6" fmla="*/ 0 h 18288"/>
              <a:gd name="connsiteX7" fmla="*/ 4205897 w 10853928"/>
              <a:gd name="connsiteY7" fmla="*/ 0 h 18288"/>
              <a:gd name="connsiteX8" fmla="*/ 4558650 w 10853928"/>
              <a:gd name="connsiteY8" fmla="*/ 0 h 18288"/>
              <a:gd name="connsiteX9" fmla="*/ 5237020 w 10853928"/>
              <a:gd name="connsiteY9" fmla="*/ 0 h 18288"/>
              <a:gd name="connsiteX10" fmla="*/ 6132469 w 10853928"/>
              <a:gd name="connsiteY10" fmla="*/ 0 h 18288"/>
              <a:gd name="connsiteX11" fmla="*/ 6702301 w 10853928"/>
              <a:gd name="connsiteY11" fmla="*/ 0 h 18288"/>
              <a:gd name="connsiteX12" fmla="*/ 7272132 w 10853928"/>
              <a:gd name="connsiteY12" fmla="*/ 0 h 18288"/>
              <a:gd name="connsiteX13" fmla="*/ 7950502 w 10853928"/>
              <a:gd name="connsiteY13" fmla="*/ 0 h 18288"/>
              <a:gd name="connsiteX14" fmla="*/ 8737412 w 10853928"/>
              <a:gd name="connsiteY14" fmla="*/ 0 h 18288"/>
              <a:gd name="connsiteX15" fmla="*/ 9524322 w 10853928"/>
              <a:gd name="connsiteY15" fmla="*/ 0 h 18288"/>
              <a:gd name="connsiteX16" fmla="*/ 10853928 w 10853928"/>
              <a:gd name="connsiteY16" fmla="*/ 0 h 18288"/>
              <a:gd name="connsiteX17" fmla="*/ 10853928 w 10853928"/>
              <a:gd name="connsiteY17" fmla="*/ 18288 h 18288"/>
              <a:gd name="connsiteX18" fmla="*/ 10392636 w 10853928"/>
              <a:gd name="connsiteY18" fmla="*/ 18288 h 18288"/>
              <a:gd name="connsiteX19" fmla="*/ 9497187 w 10853928"/>
              <a:gd name="connsiteY19" fmla="*/ 18288 h 18288"/>
              <a:gd name="connsiteX20" fmla="*/ 8818817 w 10853928"/>
              <a:gd name="connsiteY20" fmla="*/ 18288 h 18288"/>
              <a:gd name="connsiteX21" fmla="*/ 8466064 w 10853928"/>
              <a:gd name="connsiteY21" fmla="*/ 18288 h 18288"/>
              <a:gd name="connsiteX22" fmla="*/ 7787693 w 10853928"/>
              <a:gd name="connsiteY22" fmla="*/ 18288 h 18288"/>
              <a:gd name="connsiteX23" fmla="*/ 7217862 w 10853928"/>
              <a:gd name="connsiteY23" fmla="*/ 18288 h 18288"/>
              <a:gd name="connsiteX24" fmla="*/ 6648031 w 10853928"/>
              <a:gd name="connsiteY24" fmla="*/ 18288 h 18288"/>
              <a:gd name="connsiteX25" fmla="*/ 6078200 w 10853928"/>
              <a:gd name="connsiteY25" fmla="*/ 18288 h 18288"/>
              <a:gd name="connsiteX26" fmla="*/ 5508368 w 10853928"/>
              <a:gd name="connsiteY26" fmla="*/ 18288 h 18288"/>
              <a:gd name="connsiteX27" fmla="*/ 4721459 w 10853928"/>
              <a:gd name="connsiteY27" fmla="*/ 18288 h 18288"/>
              <a:gd name="connsiteX28" fmla="*/ 4043088 w 10853928"/>
              <a:gd name="connsiteY28" fmla="*/ 18288 h 18288"/>
              <a:gd name="connsiteX29" fmla="*/ 3690336 w 10853928"/>
              <a:gd name="connsiteY29" fmla="*/ 18288 h 18288"/>
              <a:gd name="connsiteX30" fmla="*/ 3120504 w 10853928"/>
              <a:gd name="connsiteY30" fmla="*/ 18288 h 18288"/>
              <a:gd name="connsiteX31" fmla="*/ 2333595 w 10853928"/>
              <a:gd name="connsiteY31" fmla="*/ 18288 h 18288"/>
              <a:gd name="connsiteX32" fmla="*/ 1872303 w 10853928"/>
              <a:gd name="connsiteY32" fmla="*/ 18288 h 18288"/>
              <a:gd name="connsiteX33" fmla="*/ 976854 w 10853928"/>
              <a:gd name="connsiteY33" fmla="*/ 18288 h 18288"/>
              <a:gd name="connsiteX34" fmla="*/ 0 w 10853928"/>
              <a:gd name="connsiteY34" fmla="*/ 18288 h 18288"/>
              <a:gd name="connsiteX35" fmla="*/ 0 w 10853928"/>
              <a:gd name="connsiteY35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10853928" h="18288" fill="none" extrusionOk="0">
                <a:moveTo>
                  <a:pt x="0" y="0"/>
                </a:moveTo>
                <a:cubicBezTo>
                  <a:pt x="146993" y="-19076"/>
                  <a:pt x="347684" y="-4790"/>
                  <a:pt x="461292" y="0"/>
                </a:cubicBezTo>
                <a:cubicBezTo>
                  <a:pt x="574900" y="4790"/>
                  <a:pt x="808367" y="19821"/>
                  <a:pt x="1139662" y="0"/>
                </a:cubicBezTo>
                <a:cubicBezTo>
                  <a:pt x="1470957" y="-19821"/>
                  <a:pt x="1627405" y="5721"/>
                  <a:pt x="1926572" y="0"/>
                </a:cubicBezTo>
                <a:cubicBezTo>
                  <a:pt x="2225739" y="-5721"/>
                  <a:pt x="2137730" y="-3235"/>
                  <a:pt x="2279325" y="0"/>
                </a:cubicBezTo>
                <a:cubicBezTo>
                  <a:pt x="2420920" y="3235"/>
                  <a:pt x="2456518" y="9685"/>
                  <a:pt x="2632078" y="0"/>
                </a:cubicBezTo>
                <a:cubicBezTo>
                  <a:pt x="2807638" y="-9685"/>
                  <a:pt x="3211516" y="-43007"/>
                  <a:pt x="3527527" y="0"/>
                </a:cubicBezTo>
                <a:cubicBezTo>
                  <a:pt x="3843538" y="43007"/>
                  <a:pt x="4058833" y="22042"/>
                  <a:pt x="4205897" y="0"/>
                </a:cubicBezTo>
                <a:cubicBezTo>
                  <a:pt x="4352961" y="-22042"/>
                  <a:pt x="4474805" y="-11846"/>
                  <a:pt x="4558650" y="0"/>
                </a:cubicBezTo>
                <a:cubicBezTo>
                  <a:pt x="4642495" y="11846"/>
                  <a:pt x="5041928" y="-6069"/>
                  <a:pt x="5237020" y="0"/>
                </a:cubicBezTo>
                <a:cubicBezTo>
                  <a:pt x="5432112" y="6069"/>
                  <a:pt x="5943266" y="-17479"/>
                  <a:pt x="6132469" y="0"/>
                </a:cubicBezTo>
                <a:cubicBezTo>
                  <a:pt x="6321672" y="17479"/>
                  <a:pt x="6483872" y="26234"/>
                  <a:pt x="6702301" y="0"/>
                </a:cubicBezTo>
                <a:cubicBezTo>
                  <a:pt x="6920730" y="-26234"/>
                  <a:pt x="6991194" y="-15156"/>
                  <a:pt x="7272132" y="0"/>
                </a:cubicBezTo>
                <a:cubicBezTo>
                  <a:pt x="7553070" y="15156"/>
                  <a:pt x="7684444" y="-32961"/>
                  <a:pt x="7950502" y="0"/>
                </a:cubicBezTo>
                <a:cubicBezTo>
                  <a:pt x="8216560" y="32961"/>
                  <a:pt x="8493290" y="-10491"/>
                  <a:pt x="8737412" y="0"/>
                </a:cubicBezTo>
                <a:cubicBezTo>
                  <a:pt x="8981534" y="10491"/>
                  <a:pt x="9191586" y="-13899"/>
                  <a:pt x="9524322" y="0"/>
                </a:cubicBezTo>
                <a:cubicBezTo>
                  <a:pt x="9857058" y="13899"/>
                  <a:pt x="10297509" y="7485"/>
                  <a:pt x="10853928" y="0"/>
                </a:cubicBezTo>
                <a:cubicBezTo>
                  <a:pt x="10854574" y="4451"/>
                  <a:pt x="10854418" y="9226"/>
                  <a:pt x="10853928" y="18288"/>
                </a:cubicBezTo>
                <a:cubicBezTo>
                  <a:pt x="10691638" y="28522"/>
                  <a:pt x="10574319" y="29578"/>
                  <a:pt x="10392636" y="18288"/>
                </a:cubicBezTo>
                <a:cubicBezTo>
                  <a:pt x="10210953" y="6998"/>
                  <a:pt x="9836277" y="-16742"/>
                  <a:pt x="9497187" y="18288"/>
                </a:cubicBezTo>
                <a:cubicBezTo>
                  <a:pt x="9158097" y="53318"/>
                  <a:pt x="9119479" y="30714"/>
                  <a:pt x="8818817" y="18288"/>
                </a:cubicBezTo>
                <a:cubicBezTo>
                  <a:pt x="8518155" y="5863"/>
                  <a:pt x="8640037" y="6483"/>
                  <a:pt x="8466064" y="18288"/>
                </a:cubicBezTo>
                <a:cubicBezTo>
                  <a:pt x="8292091" y="30093"/>
                  <a:pt x="7997656" y="18914"/>
                  <a:pt x="7787693" y="18288"/>
                </a:cubicBezTo>
                <a:cubicBezTo>
                  <a:pt x="7577730" y="17662"/>
                  <a:pt x="7412468" y="21416"/>
                  <a:pt x="7217862" y="18288"/>
                </a:cubicBezTo>
                <a:cubicBezTo>
                  <a:pt x="7023256" y="15160"/>
                  <a:pt x="6898018" y="14824"/>
                  <a:pt x="6648031" y="18288"/>
                </a:cubicBezTo>
                <a:cubicBezTo>
                  <a:pt x="6398044" y="21752"/>
                  <a:pt x="6254402" y="38625"/>
                  <a:pt x="6078200" y="18288"/>
                </a:cubicBezTo>
                <a:cubicBezTo>
                  <a:pt x="5901998" y="-2049"/>
                  <a:pt x="5622886" y="3213"/>
                  <a:pt x="5508368" y="18288"/>
                </a:cubicBezTo>
                <a:cubicBezTo>
                  <a:pt x="5393850" y="33363"/>
                  <a:pt x="5036260" y="26830"/>
                  <a:pt x="4721459" y="18288"/>
                </a:cubicBezTo>
                <a:cubicBezTo>
                  <a:pt x="4406658" y="9746"/>
                  <a:pt x="4239221" y="41551"/>
                  <a:pt x="4043088" y="18288"/>
                </a:cubicBezTo>
                <a:cubicBezTo>
                  <a:pt x="3846955" y="-4975"/>
                  <a:pt x="3818802" y="34658"/>
                  <a:pt x="3690336" y="18288"/>
                </a:cubicBezTo>
                <a:cubicBezTo>
                  <a:pt x="3561870" y="1918"/>
                  <a:pt x="3265491" y="42194"/>
                  <a:pt x="3120504" y="18288"/>
                </a:cubicBezTo>
                <a:cubicBezTo>
                  <a:pt x="2975517" y="-5618"/>
                  <a:pt x="2720254" y="36673"/>
                  <a:pt x="2333595" y="18288"/>
                </a:cubicBezTo>
                <a:cubicBezTo>
                  <a:pt x="1946936" y="-97"/>
                  <a:pt x="2097241" y="5776"/>
                  <a:pt x="1872303" y="18288"/>
                </a:cubicBezTo>
                <a:cubicBezTo>
                  <a:pt x="1647365" y="30800"/>
                  <a:pt x="1282708" y="45380"/>
                  <a:pt x="976854" y="18288"/>
                </a:cubicBezTo>
                <a:cubicBezTo>
                  <a:pt x="671000" y="-8804"/>
                  <a:pt x="408401" y="-12775"/>
                  <a:pt x="0" y="18288"/>
                </a:cubicBezTo>
                <a:cubicBezTo>
                  <a:pt x="-213" y="9468"/>
                  <a:pt x="187" y="4459"/>
                  <a:pt x="0" y="0"/>
                </a:cubicBezTo>
                <a:close/>
              </a:path>
              <a:path w="10853928" h="18288" stroke="0" extrusionOk="0">
                <a:moveTo>
                  <a:pt x="0" y="0"/>
                </a:moveTo>
                <a:cubicBezTo>
                  <a:pt x="267322" y="15284"/>
                  <a:pt x="415388" y="-21048"/>
                  <a:pt x="569831" y="0"/>
                </a:cubicBezTo>
                <a:cubicBezTo>
                  <a:pt x="724274" y="21048"/>
                  <a:pt x="769333" y="-2353"/>
                  <a:pt x="922584" y="0"/>
                </a:cubicBezTo>
                <a:cubicBezTo>
                  <a:pt x="1075835" y="2353"/>
                  <a:pt x="1399490" y="-145"/>
                  <a:pt x="1818033" y="0"/>
                </a:cubicBezTo>
                <a:cubicBezTo>
                  <a:pt x="2236576" y="145"/>
                  <a:pt x="2145330" y="5482"/>
                  <a:pt x="2387864" y="0"/>
                </a:cubicBezTo>
                <a:cubicBezTo>
                  <a:pt x="2630398" y="-5482"/>
                  <a:pt x="2793207" y="18487"/>
                  <a:pt x="2957695" y="0"/>
                </a:cubicBezTo>
                <a:cubicBezTo>
                  <a:pt x="3122183" y="-18487"/>
                  <a:pt x="3579141" y="19003"/>
                  <a:pt x="3853144" y="0"/>
                </a:cubicBezTo>
                <a:cubicBezTo>
                  <a:pt x="4127147" y="-19003"/>
                  <a:pt x="4209857" y="12211"/>
                  <a:pt x="4314436" y="0"/>
                </a:cubicBezTo>
                <a:cubicBezTo>
                  <a:pt x="4419015" y="-12211"/>
                  <a:pt x="4762459" y="-17220"/>
                  <a:pt x="5209885" y="0"/>
                </a:cubicBezTo>
                <a:cubicBezTo>
                  <a:pt x="5657311" y="17220"/>
                  <a:pt x="5692663" y="-3290"/>
                  <a:pt x="6105335" y="0"/>
                </a:cubicBezTo>
                <a:cubicBezTo>
                  <a:pt x="6518007" y="3290"/>
                  <a:pt x="6455516" y="-5124"/>
                  <a:pt x="6783705" y="0"/>
                </a:cubicBezTo>
                <a:cubicBezTo>
                  <a:pt x="7111894" y="5124"/>
                  <a:pt x="7441941" y="-17829"/>
                  <a:pt x="7679154" y="0"/>
                </a:cubicBezTo>
                <a:cubicBezTo>
                  <a:pt x="7916367" y="17829"/>
                  <a:pt x="8102967" y="-24363"/>
                  <a:pt x="8248985" y="0"/>
                </a:cubicBezTo>
                <a:cubicBezTo>
                  <a:pt x="8395003" y="24363"/>
                  <a:pt x="8552393" y="25505"/>
                  <a:pt x="8818817" y="0"/>
                </a:cubicBezTo>
                <a:cubicBezTo>
                  <a:pt x="9085241" y="-25505"/>
                  <a:pt x="9411308" y="38000"/>
                  <a:pt x="9605726" y="0"/>
                </a:cubicBezTo>
                <a:cubicBezTo>
                  <a:pt x="9800144" y="-38000"/>
                  <a:pt x="10006468" y="-25741"/>
                  <a:pt x="10175558" y="0"/>
                </a:cubicBezTo>
                <a:cubicBezTo>
                  <a:pt x="10344648" y="25741"/>
                  <a:pt x="10696282" y="695"/>
                  <a:pt x="10853928" y="0"/>
                </a:cubicBezTo>
                <a:cubicBezTo>
                  <a:pt x="10853521" y="8690"/>
                  <a:pt x="10853774" y="14141"/>
                  <a:pt x="10853928" y="18288"/>
                </a:cubicBezTo>
                <a:cubicBezTo>
                  <a:pt x="10608124" y="24255"/>
                  <a:pt x="10343415" y="22307"/>
                  <a:pt x="10067018" y="18288"/>
                </a:cubicBezTo>
                <a:cubicBezTo>
                  <a:pt x="9790621" y="14270"/>
                  <a:pt x="9843266" y="3564"/>
                  <a:pt x="9714266" y="18288"/>
                </a:cubicBezTo>
                <a:cubicBezTo>
                  <a:pt x="9585266" y="33012"/>
                  <a:pt x="9379484" y="1875"/>
                  <a:pt x="9252974" y="18288"/>
                </a:cubicBezTo>
                <a:cubicBezTo>
                  <a:pt x="9126464" y="34701"/>
                  <a:pt x="8580678" y="-4904"/>
                  <a:pt x="8357525" y="18288"/>
                </a:cubicBezTo>
                <a:cubicBezTo>
                  <a:pt x="8134372" y="41480"/>
                  <a:pt x="7903199" y="26458"/>
                  <a:pt x="7679154" y="18288"/>
                </a:cubicBezTo>
                <a:cubicBezTo>
                  <a:pt x="7455109" y="10118"/>
                  <a:pt x="7435944" y="27109"/>
                  <a:pt x="7217862" y="18288"/>
                </a:cubicBezTo>
                <a:cubicBezTo>
                  <a:pt x="6999780" y="9467"/>
                  <a:pt x="6680409" y="18985"/>
                  <a:pt x="6539492" y="18288"/>
                </a:cubicBezTo>
                <a:cubicBezTo>
                  <a:pt x="6398575" y="17592"/>
                  <a:pt x="6312077" y="33018"/>
                  <a:pt x="6186739" y="18288"/>
                </a:cubicBezTo>
                <a:cubicBezTo>
                  <a:pt x="6061401" y="3558"/>
                  <a:pt x="5947033" y="12075"/>
                  <a:pt x="5833986" y="18288"/>
                </a:cubicBezTo>
                <a:cubicBezTo>
                  <a:pt x="5720939" y="24501"/>
                  <a:pt x="5482226" y="8586"/>
                  <a:pt x="5155616" y="18288"/>
                </a:cubicBezTo>
                <a:cubicBezTo>
                  <a:pt x="4829006" y="27991"/>
                  <a:pt x="4841274" y="29316"/>
                  <a:pt x="4694324" y="18288"/>
                </a:cubicBezTo>
                <a:cubicBezTo>
                  <a:pt x="4547374" y="7260"/>
                  <a:pt x="4077675" y="7013"/>
                  <a:pt x="3907414" y="18288"/>
                </a:cubicBezTo>
                <a:cubicBezTo>
                  <a:pt x="3737153" y="29564"/>
                  <a:pt x="3538393" y="21630"/>
                  <a:pt x="3446122" y="18288"/>
                </a:cubicBezTo>
                <a:cubicBezTo>
                  <a:pt x="3353851" y="14946"/>
                  <a:pt x="2990320" y="-8091"/>
                  <a:pt x="2659212" y="18288"/>
                </a:cubicBezTo>
                <a:cubicBezTo>
                  <a:pt x="2328104" y="44667"/>
                  <a:pt x="2427653" y="9607"/>
                  <a:pt x="2306460" y="18288"/>
                </a:cubicBezTo>
                <a:cubicBezTo>
                  <a:pt x="2185267" y="26969"/>
                  <a:pt x="1719763" y="3717"/>
                  <a:pt x="1519550" y="18288"/>
                </a:cubicBezTo>
                <a:cubicBezTo>
                  <a:pt x="1319337" y="32860"/>
                  <a:pt x="1167371" y="17040"/>
                  <a:pt x="1058258" y="18288"/>
                </a:cubicBezTo>
                <a:cubicBezTo>
                  <a:pt x="949145" y="19536"/>
                  <a:pt x="780234" y="31447"/>
                  <a:pt x="705505" y="18288"/>
                </a:cubicBezTo>
                <a:cubicBezTo>
                  <a:pt x="630776" y="5129"/>
                  <a:pt x="215796" y="30056"/>
                  <a:pt x="0" y="18288"/>
                </a:cubicBezTo>
                <a:cubicBezTo>
                  <a:pt x="-53" y="11301"/>
                  <a:pt x="-649" y="7756"/>
                  <a:pt x="0" y="0"/>
                </a:cubicBezTo>
                <a:close/>
              </a:path>
            </a:pathLst>
          </a:custGeom>
          <a:solidFill>
            <a:schemeClr val="tx1"/>
          </a:solidFill>
          <a:ln w="38100" cap="rnd">
            <a:solidFill>
              <a:schemeClr val="tx1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128825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247B6BBF-09F2-4A29-AE4E-3771E29248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61495C6-86D5-B0E7-36BC-F3CBB8F218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5000" y="634029"/>
            <a:ext cx="10921640" cy="1314698"/>
          </a:xfrm>
        </p:spPr>
        <p:txBody>
          <a:bodyPr anchor="ctr">
            <a:normAutofit/>
          </a:bodyPr>
          <a:lstStyle/>
          <a:p>
            <a:pPr algn="ctr"/>
            <a:r>
              <a:rPr lang="en-US" sz="7200">
                <a:latin typeface="Aharoni" panose="02010803020104030203" pitchFamily="2" charset="-79"/>
                <a:cs typeface="Aharoni" panose="02010803020104030203" pitchFamily="2" charset="-79"/>
              </a:rPr>
              <a:t>Group reflection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35742DD-1B16-4E9D-B715-0D74B4574A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648305" y="2241737"/>
            <a:ext cx="10900219" cy="18288"/>
          </a:xfrm>
          <a:custGeom>
            <a:avLst/>
            <a:gdLst>
              <a:gd name="connsiteX0" fmla="*/ 0 w 10900219"/>
              <a:gd name="connsiteY0" fmla="*/ 0 h 18288"/>
              <a:gd name="connsiteX1" fmla="*/ 463259 w 10900219"/>
              <a:gd name="connsiteY1" fmla="*/ 0 h 18288"/>
              <a:gd name="connsiteX2" fmla="*/ 1144523 w 10900219"/>
              <a:gd name="connsiteY2" fmla="*/ 0 h 18288"/>
              <a:gd name="connsiteX3" fmla="*/ 1934789 w 10900219"/>
              <a:gd name="connsiteY3" fmla="*/ 0 h 18288"/>
              <a:gd name="connsiteX4" fmla="*/ 2289046 w 10900219"/>
              <a:gd name="connsiteY4" fmla="*/ 0 h 18288"/>
              <a:gd name="connsiteX5" fmla="*/ 2643303 w 10900219"/>
              <a:gd name="connsiteY5" fmla="*/ 0 h 18288"/>
              <a:gd name="connsiteX6" fmla="*/ 3542571 w 10900219"/>
              <a:gd name="connsiteY6" fmla="*/ 0 h 18288"/>
              <a:gd name="connsiteX7" fmla="*/ 4223835 w 10900219"/>
              <a:gd name="connsiteY7" fmla="*/ 0 h 18288"/>
              <a:gd name="connsiteX8" fmla="*/ 4578092 w 10900219"/>
              <a:gd name="connsiteY8" fmla="*/ 0 h 18288"/>
              <a:gd name="connsiteX9" fmla="*/ 5259356 w 10900219"/>
              <a:gd name="connsiteY9" fmla="*/ 0 h 18288"/>
              <a:gd name="connsiteX10" fmla="*/ 6158624 w 10900219"/>
              <a:gd name="connsiteY10" fmla="*/ 0 h 18288"/>
              <a:gd name="connsiteX11" fmla="*/ 6730885 w 10900219"/>
              <a:gd name="connsiteY11" fmla="*/ 0 h 18288"/>
              <a:gd name="connsiteX12" fmla="*/ 7303147 w 10900219"/>
              <a:gd name="connsiteY12" fmla="*/ 0 h 18288"/>
              <a:gd name="connsiteX13" fmla="*/ 7984410 w 10900219"/>
              <a:gd name="connsiteY13" fmla="*/ 0 h 18288"/>
              <a:gd name="connsiteX14" fmla="*/ 8774676 w 10900219"/>
              <a:gd name="connsiteY14" fmla="*/ 0 h 18288"/>
              <a:gd name="connsiteX15" fmla="*/ 9564942 w 10900219"/>
              <a:gd name="connsiteY15" fmla="*/ 0 h 18288"/>
              <a:gd name="connsiteX16" fmla="*/ 10900219 w 10900219"/>
              <a:gd name="connsiteY16" fmla="*/ 0 h 18288"/>
              <a:gd name="connsiteX17" fmla="*/ 10900219 w 10900219"/>
              <a:gd name="connsiteY17" fmla="*/ 18288 h 18288"/>
              <a:gd name="connsiteX18" fmla="*/ 10436960 w 10900219"/>
              <a:gd name="connsiteY18" fmla="*/ 18288 h 18288"/>
              <a:gd name="connsiteX19" fmla="*/ 9537692 w 10900219"/>
              <a:gd name="connsiteY19" fmla="*/ 18288 h 18288"/>
              <a:gd name="connsiteX20" fmla="*/ 8856428 w 10900219"/>
              <a:gd name="connsiteY20" fmla="*/ 18288 h 18288"/>
              <a:gd name="connsiteX21" fmla="*/ 8502171 w 10900219"/>
              <a:gd name="connsiteY21" fmla="*/ 18288 h 18288"/>
              <a:gd name="connsiteX22" fmla="*/ 7820907 w 10900219"/>
              <a:gd name="connsiteY22" fmla="*/ 18288 h 18288"/>
              <a:gd name="connsiteX23" fmla="*/ 7248646 w 10900219"/>
              <a:gd name="connsiteY23" fmla="*/ 18288 h 18288"/>
              <a:gd name="connsiteX24" fmla="*/ 6676384 w 10900219"/>
              <a:gd name="connsiteY24" fmla="*/ 18288 h 18288"/>
              <a:gd name="connsiteX25" fmla="*/ 6104123 w 10900219"/>
              <a:gd name="connsiteY25" fmla="*/ 18288 h 18288"/>
              <a:gd name="connsiteX26" fmla="*/ 5531861 w 10900219"/>
              <a:gd name="connsiteY26" fmla="*/ 18288 h 18288"/>
              <a:gd name="connsiteX27" fmla="*/ 4741595 w 10900219"/>
              <a:gd name="connsiteY27" fmla="*/ 18288 h 18288"/>
              <a:gd name="connsiteX28" fmla="*/ 4060332 w 10900219"/>
              <a:gd name="connsiteY28" fmla="*/ 18288 h 18288"/>
              <a:gd name="connsiteX29" fmla="*/ 3706074 w 10900219"/>
              <a:gd name="connsiteY29" fmla="*/ 18288 h 18288"/>
              <a:gd name="connsiteX30" fmla="*/ 3133813 w 10900219"/>
              <a:gd name="connsiteY30" fmla="*/ 18288 h 18288"/>
              <a:gd name="connsiteX31" fmla="*/ 2343547 w 10900219"/>
              <a:gd name="connsiteY31" fmla="*/ 18288 h 18288"/>
              <a:gd name="connsiteX32" fmla="*/ 1880288 w 10900219"/>
              <a:gd name="connsiteY32" fmla="*/ 18288 h 18288"/>
              <a:gd name="connsiteX33" fmla="*/ 981020 w 10900219"/>
              <a:gd name="connsiteY33" fmla="*/ 18288 h 18288"/>
              <a:gd name="connsiteX34" fmla="*/ 0 w 10900219"/>
              <a:gd name="connsiteY34" fmla="*/ 18288 h 18288"/>
              <a:gd name="connsiteX35" fmla="*/ 0 w 10900219"/>
              <a:gd name="connsiteY35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10900219" h="18288" fill="none" extrusionOk="0">
                <a:moveTo>
                  <a:pt x="0" y="0"/>
                </a:moveTo>
                <a:cubicBezTo>
                  <a:pt x="118469" y="-6619"/>
                  <a:pt x="329397" y="-5525"/>
                  <a:pt x="463259" y="0"/>
                </a:cubicBezTo>
                <a:cubicBezTo>
                  <a:pt x="597121" y="5525"/>
                  <a:pt x="866598" y="4881"/>
                  <a:pt x="1144523" y="0"/>
                </a:cubicBezTo>
                <a:cubicBezTo>
                  <a:pt x="1422448" y="-4881"/>
                  <a:pt x="1761178" y="17159"/>
                  <a:pt x="1934789" y="0"/>
                </a:cubicBezTo>
                <a:cubicBezTo>
                  <a:pt x="2108400" y="-17159"/>
                  <a:pt x="2119134" y="-4032"/>
                  <a:pt x="2289046" y="0"/>
                </a:cubicBezTo>
                <a:cubicBezTo>
                  <a:pt x="2458958" y="4032"/>
                  <a:pt x="2472610" y="15385"/>
                  <a:pt x="2643303" y="0"/>
                </a:cubicBezTo>
                <a:cubicBezTo>
                  <a:pt x="2813996" y="-15385"/>
                  <a:pt x="3334189" y="-21234"/>
                  <a:pt x="3542571" y="0"/>
                </a:cubicBezTo>
                <a:cubicBezTo>
                  <a:pt x="3750953" y="21234"/>
                  <a:pt x="3991639" y="13212"/>
                  <a:pt x="4223835" y="0"/>
                </a:cubicBezTo>
                <a:cubicBezTo>
                  <a:pt x="4456031" y="-13212"/>
                  <a:pt x="4466914" y="13318"/>
                  <a:pt x="4578092" y="0"/>
                </a:cubicBezTo>
                <a:cubicBezTo>
                  <a:pt x="4689270" y="-13318"/>
                  <a:pt x="5120635" y="31363"/>
                  <a:pt x="5259356" y="0"/>
                </a:cubicBezTo>
                <a:cubicBezTo>
                  <a:pt x="5398077" y="-31363"/>
                  <a:pt x="5954119" y="-7091"/>
                  <a:pt x="6158624" y="0"/>
                </a:cubicBezTo>
                <a:cubicBezTo>
                  <a:pt x="6363129" y="7091"/>
                  <a:pt x="6535071" y="-8480"/>
                  <a:pt x="6730885" y="0"/>
                </a:cubicBezTo>
                <a:cubicBezTo>
                  <a:pt x="6926699" y="8480"/>
                  <a:pt x="7091018" y="19194"/>
                  <a:pt x="7303147" y="0"/>
                </a:cubicBezTo>
                <a:cubicBezTo>
                  <a:pt x="7515276" y="-19194"/>
                  <a:pt x="7840361" y="30755"/>
                  <a:pt x="7984410" y="0"/>
                </a:cubicBezTo>
                <a:cubicBezTo>
                  <a:pt x="8128459" y="-30755"/>
                  <a:pt x="8498590" y="39460"/>
                  <a:pt x="8774676" y="0"/>
                </a:cubicBezTo>
                <a:cubicBezTo>
                  <a:pt x="9050762" y="-39460"/>
                  <a:pt x="9204381" y="36508"/>
                  <a:pt x="9564942" y="0"/>
                </a:cubicBezTo>
                <a:cubicBezTo>
                  <a:pt x="9925503" y="-36508"/>
                  <a:pt x="10235542" y="59225"/>
                  <a:pt x="10900219" y="0"/>
                </a:cubicBezTo>
                <a:cubicBezTo>
                  <a:pt x="10900865" y="4451"/>
                  <a:pt x="10900709" y="9226"/>
                  <a:pt x="10900219" y="18288"/>
                </a:cubicBezTo>
                <a:cubicBezTo>
                  <a:pt x="10675942" y="21751"/>
                  <a:pt x="10609372" y="26977"/>
                  <a:pt x="10436960" y="18288"/>
                </a:cubicBezTo>
                <a:cubicBezTo>
                  <a:pt x="10264548" y="9599"/>
                  <a:pt x="9961150" y="-11074"/>
                  <a:pt x="9537692" y="18288"/>
                </a:cubicBezTo>
                <a:cubicBezTo>
                  <a:pt x="9114234" y="47650"/>
                  <a:pt x="9087386" y="35169"/>
                  <a:pt x="8856428" y="18288"/>
                </a:cubicBezTo>
                <a:cubicBezTo>
                  <a:pt x="8625470" y="1407"/>
                  <a:pt x="8634361" y="13786"/>
                  <a:pt x="8502171" y="18288"/>
                </a:cubicBezTo>
                <a:cubicBezTo>
                  <a:pt x="8369981" y="22790"/>
                  <a:pt x="8132296" y="22561"/>
                  <a:pt x="7820907" y="18288"/>
                </a:cubicBezTo>
                <a:cubicBezTo>
                  <a:pt x="7509518" y="14015"/>
                  <a:pt x="7432447" y="29431"/>
                  <a:pt x="7248646" y="18288"/>
                </a:cubicBezTo>
                <a:cubicBezTo>
                  <a:pt x="7064845" y="7145"/>
                  <a:pt x="6954380" y="2746"/>
                  <a:pt x="6676384" y="18288"/>
                </a:cubicBezTo>
                <a:cubicBezTo>
                  <a:pt x="6398388" y="33830"/>
                  <a:pt x="6292480" y="-4579"/>
                  <a:pt x="6104123" y="18288"/>
                </a:cubicBezTo>
                <a:cubicBezTo>
                  <a:pt x="5915766" y="41155"/>
                  <a:pt x="5703359" y="-8437"/>
                  <a:pt x="5531861" y="18288"/>
                </a:cubicBezTo>
                <a:cubicBezTo>
                  <a:pt x="5360363" y="45013"/>
                  <a:pt x="5056784" y="-12121"/>
                  <a:pt x="4741595" y="18288"/>
                </a:cubicBezTo>
                <a:cubicBezTo>
                  <a:pt x="4426406" y="48697"/>
                  <a:pt x="4364529" y="-10910"/>
                  <a:pt x="4060332" y="18288"/>
                </a:cubicBezTo>
                <a:cubicBezTo>
                  <a:pt x="3756135" y="47486"/>
                  <a:pt x="3816049" y="13364"/>
                  <a:pt x="3706074" y="18288"/>
                </a:cubicBezTo>
                <a:cubicBezTo>
                  <a:pt x="3596099" y="23212"/>
                  <a:pt x="3382238" y="37686"/>
                  <a:pt x="3133813" y="18288"/>
                </a:cubicBezTo>
                <a:cubicBezTo>
                  <a:pt x="2885388" y="-1110"/>
                  <a:pt x="2523125" y="15465"/>
                  <a:pt x="2343547" y="18288"/>
                </a:cubicBezTo>
                <a:cubicBezTo>
                  <a:pt x="2163969" y="21111"/>
                  <a:pt x="1985160" y="33196"/>
                  <a:pt x="1880288" y="18288"/>
                </a:cubicBezTo>
                <a:cubicBezTo>
                  <a:pt x="1775416" y="3380"/>
                  <a:pt x="1261751" y="-9914"/>
                  <a:pt x="981020" y="18288"/>
                </a:cubicBezTo>
                <a:cubicBezTo>
                  <a:pt x="700289" y="46490"/>
                  <a:pt x="314212" y="-15659"/>
                  <a:pt x="0" y="18288"/>
                </a:cubicBezTo>
                <a:cubicBezTo>
                  <a:pt x="-213" y="9468"/>
                  <a:pt x="187" y="4459"/>
                  <a:pt x="0" y="0"/>
                </a:cubicBezTo>
                <a:close/>
              </a:path>
              <a:path w="10900219" h="18288" stroke="0" extrusionOk="0">
                <a:moveTo>
                  <a:pt x="0" y="0"/>
                </a:moveTo>
                <a:cubicBezTo>
                  <a:pt x="269624" y="3698"/>
                  <a:pt x="383061" y="-5818"/>
                  <a:pt x="572261" y="0"/>
                </a:cubicBezTo>
                <a:cubicBezTo>
                  <a:pt x="761461" y="5818"/>
                  <a:pt x="826360" y="-1890"/>
                  <a:pt x="926519" y="0"/>
                </a:cubicBezTo>
                <a:cubicBezTo>
                  <a:pt x="1026678" y="1890"/>
                  <a:pt x="1621671" y="-1096"/>
                  <a:pt x="1825787" y="0"/>
                </a:cubicBezTo>
                <a:cubicBezTo>
                  <a:pt x="2029903" y="1096"/>
                  <a:pt x="2212612" y="17145"/>
                  <a:pt x="2398048" y="0"/>
                </a:cubicBezTo>
                <a:cubicBezTo>
                  <a:pt x="2583484" y="-17145"/>
                  <a:pt x="2739759" y="-14168"/>
                  <a:pt x="2970310" y="0"/>
                </a:cubicBezTo>
                <a:cubicBezTo>
                  <a:pt x="3200861" y="14168"/>
                  <a:pt x="3502691" y="33180"/>
                  <a:pt x="3869578" y="0"/>
                </a:cubicBezTo>
                <a:cubicBezTo>
                  <a:pt x="4236465" y="-33180"/>
                  <a:pt x="4122134" y="-10470"/>
                  <a:pt x="4332837" y="0"/>
                </a:cubicBezTo>
                <a:cubicBezTo>
                  <a:pt x="4543540" y="10470"/>
                  <a:pt x="4834652" y="3572"/>
                  <a:pt x="5232105" y="0"/>
                </a:cubicBezTo>
                <a:cubicBezTo>
                  <a:pt x="5629558" y="-3572"/>
                  <a:pt x="5773178" y="-6604"/>
                  <a:pt x="6131373" y="0"/>
                </a:cubicBezTo>
                <a:cubicBezTo>
                  <a:pt x="6489568" y="6604"/>
                  <a:pt x="6621532" y="18870"/>
                  <a:pt x="6812637" y="0"/>
                </a:cubicBezTo>
                <a:cubicBezTo>
                  <a:pt x="7003742" y="-18870"/>
                  <a:pt x="7311146" y="18959"/>
                  <a:pt x="7711905" y="0"/>
                </a:cubicBezTo>
                <a:cubicBezTo>
                  <a:pt x="8112664" y="-18959"/>
                  <a:pt x="8080793" y="-24744"/>
                  <a:pt x="8284166" y="0"/>
                </a:cubicBezTo>
                <a:cubicBezTo>
                  <a:pt x="8487539" y="24744"/>
                  <a:pt x="8615041" y="-1627"/>
                  <a:pt x="8856428" y="0"/>
                </a:cubicBezTo>
                <a:cubicBezTo>
                  <a:pt x="9097815" y="1627"/>
                  <a:pt x="9475052" y="26322"/>
                  <a:pt x="9646694" y="0"/>
                </a:cubicBezTo>
                <a:cubicBezTo>
                  <a:pt x="9818336" y="-26322"/>
                  <a:pt x="9938906" y="-121"/>
                  <a:pt x="10218955" y="0"/>
                </a:cubicBezTo>
                <a:cubicBezTo>
                  <a:pt x="10499004" y="121"/>
                  <a:pt x="10697467" y="15326"/>
                  <a:pt x="10900219" y="0"/>
                </a:cubicBezTo>
                <a:cubicBezTo>
                  <a:pt x="10899812" y="8690"/>
                  <a:pt x="10900065" y="14141"/>
                  <a:pt x="10900219" y="18288"/>
                </a:cubicBezTo>
                <a:cubicBezTo>
                  <a:pt x="10543007" y="31201"/>
                  <a:pt x="10472057" y="15684"/>
                  <a:pt x="10109953" y="18288"/>
                </a:cubicBezTo>
                <a:cubicBezTo>
                  <a:pt x="9747849" y="20892"/>
                  <a:pt x="9872856" y="33007"/>
                  <a:pt x="9755696" y="18288"/>
                </a:cubicBezTo>
                <a:cubicBezTo>
                  <a:pt x="9638536" y="3569"/>
                  <a:pt x="9442681" y="6596"/>
                  <a:pt x="9292437" y="18288"/>
                </a:cubicBezTo>
                <a:cubicBezTo>
                  <a:pt x="9142193" y="29980"/>
                  <a:pt x="8817861" y="-11343"/>
                  <a:pt x="8393169" y="18288"/>
                </a:cubicBezTo>
                <a:cubicBezTo>
                  <a:pt x="7968477" y="47919"/>
                  <a:pt x="7919655" y="23228"/>
                  <a:pt x="7711905" y="18288"/>
                </a:cubicBezTo>
                <a:cubicBezTo>
                  <a:pt x="7504155" y="13348"/>
                  <a:pt x="7365667" y="6452"/>
                  <a:pt x="7248646" y="18288"/>
                </a:cubicBezTo>
                <a:cubicBezTo>
                  <a:pt x="7131625" y="30124"/>
                  <a:pt x="6776155" y="2871"/>
                  <a:pt x="6567382" y="18288"/>
                </a:cubicBezTo>
                <a:cubicBezTo>
                  <a:pt x="6358609" y="33705"/>
                  <a:pt x="6372933" y="1091"/>
                  <a:pt x="6213125" y="18288"/>
                </a:cubicBezTo>
                <a:cubicBezTo>
                  <a:pt x="6053317" y="35485"/>
                  <a:pt x="5980913" y="1290"/>
                  <a:pt x="5858868" y="18288"/>
                </a:cubicBezTo>
                <a:cubicBezTo>
                  <a:pt x="5736823" y="35286"/>
                  <a:pt x="5481395" y="5492"/>
                  <a:pt x="5177604" y="18288"/>
                </a:cubicBezTo>
                <a:cubicBezTo>
                  <a:pt x="4873813" y="31084"/>
                  <a:pt x="4854222" y="37160"/>
                  <a:pt x="4714345" y="18288"/>
                </a:cubicBezTo>
                <a:cubicBezTo>
                  <a:pt x="4574468" y="-584"/>
                  <a:pt x="4298550" y="22981"/>
                  <a:pt x="3924079" y="18288"/>
                </a:cubicBezTo>
                <a:cubicBezTo>
                  <a:pt x="3549608" y="13595"/>
                  <a:pt x="3645461" y="-921"/>
                  <a:pt x="3460820" y="18288"/>
                </a:cubicBezTo>
                <a:cubicBezTo>
                  <a:pt x="3276179" y="37497"/>
                  <a:pt x="3004470" y="-15027"/>
                  <a:pt x="2670554" y="18288"/>
                </a:cubicBezTo>
                <a:cubicBezTo>
                  <a:pt x="2336638" y="51603"/>
                  <a:pt x="2425773" y="17517"/>
                  <a:pt x="2316297" y="18288"/>
                </a:cubicBezTo>
                <a:cubicBezTo>
                  <a:pt x="2206821" y="19059"/>
                  <a:pt x="1757890" y="42158"/>
                  <a:pt x="1526031" y="18288"/>
                </a:cubicBezTo>
                <a:cubicBezTo>
                  <a:pt x="1294172" y="-5582"/>
                  <a:pt x="1213137" y="12281"/>
                  <a:pt x="1062771" y="18288"/>
                </a:cubicBezTo>
                <a:cubicBezTo>
                  <a:pt x="912405" y="24295"/>
                  <a:pt x="829444" y="7304"/>
                  <a:pt x="708514" y="18288"/>
                </a:cubicBezTo>
                <a:cubicBezTo>
                  <a:pt x="587584" y="29272"/>
                  <a:pt x="227877" y="37311"/>
                  <a:pt x="0" y="18288"/>
                </a:cubicBezTo>
                <a:cubicBezTo>
                  <a:pt x="-53" y="11301"/>
                  <a:pt x="-649" y="7756"/>
                  <a:pt x="0" y="0"/>
                </a:cubicBezTo>
                <a:close/>
              </a:path>
            </a:pathLst>
          </a:custGeom>
          <a:solidFill>
            <a:schemeClr val="accent1"/>
          </a:solidFill>
          <a:ln w="34925">
            <a:solidFill>
              <a:schemeClr val="accent1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87002A1C-77DC-417B-C05D-56680862666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306654593"/>
              </p:ext>
            </p:extLst>
          </p:nvPr>
        </p:nvGraphicFramePr>
        <p:xfrm>
          <a:off x="632647" y="2805098"/>
          <a:ext cx="10915869" cy="347894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53339060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Rectangle 38">
            <a:extLst>
              <a:ext uri="{FF2B5EF4-FFF2-40B4-BE49-F238E27FC236}">
                <a16:creationId xmlns:a16="http://schemas.microsoft.com/office/drawing/2014/main" id="{DA381740-063A-41A4-836D-85D14980EE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38200" y="4736883"/>
            <a:ext cx="4243589" cy="27432"/>
          </a:xfrm>
          <a:custGeom>
            <a:avLst/>
            <a:gdLst>
              <a:gd name="connsiteX0" fmla="*/ 0 w 4243589"/>
              <a:gd name="connsiteY0" fmla="*/ 0 h 27432"/>
              <a:gd name="connsiteX1" fmla="*/ 563791 w 4243589"/>
              <a:gd name="connsiteY1" fmla="*/ 0 h 27432"/>
              <a:gd name="connsiteX2" fmla="*/ 1042710 w 4243589"/>
              <a:gd name="connsiteY2" fmla="*/ 0 h 27432"/>
              <a:gd name="connsiteX3" fmla="*/ 1564066 w 4243589"/>
              <a:gd name="connsiteY3" fmla="*/ 0 h 27432"/>
              <a:gd name="connsiteX4" fmla="*/ 2212729 w 4243589"/>
              <a:gd name="connsiteY4" fmla="*/ 0 h 27432"/>
              <a:gd name="connsiteX5" fmla="*/ 2776520 w 4243589"/>
              <a:gd name="connsiteY5" fmla="*/ 0 h 27432"/>
              <a:gd name="connsiteX6" fmla="*/ 3297875 w 4243589"/>
              <a:gd name="connsiteY6" fmla="*/ 0 h 27432"/>
              <a:gd name="connsiteX7" fmla="*/ 4243589 w 4243589"/>
              <a:gd name="connsiteY7" fmla="*/ 0 h 27432"/>
              <a:gd name="connsiteX8" fmla="*/ 4243589 w 4243589"/>
              <a:gd name="connsiteY8" fmla="*/ 27432 h 27432"/>
              <a:gd name="connsiteX9" fmla="*/ 3637362 w 4243589"/>
              <a:gd name="connsiteY9" fmla="*/ 27432 h 27432"/>
              <a:gd name="connsiteX10" fmla="*/ 3116007 w 4243589"/>
              <a:gd name="connsiteY10" fmla="*/ 27432 h 27432"/>
              <a:gd name="connsiteX11" fmla="*/ 2424908 w 4243589"/>
              <a:gd name="connsiteY11" fmla="*/ 27432 h 27432"/>
              <a:gd name="connsiteX12" fmla="*/ 1861117 w 4243589"/>
              <a:gd name="connsiteY12" fmla="*/ 27432 h 27432"/>
              <a:gd name="connsiteX13" fmla="*/ 1382198 w 4243589"/>
              <a:gd name="connsiteY13" fmla="*/ 27432 h 27432"/>
              <a:gd name="connsiteX14" fmla="*/ 733535 w 4243589"/>
              <a:gd name="connsiteY14" fmla="*/ 27432 h 27432"/>
              <a:gd name="connsiteX15" fmla="*/ 0 w 4243589"/>
              <a:gd name="connsiteY15" fmla="*/ 27432 h 27432"/>
              <a:gd name="connsiteX16" fmla="*/ 0 w 4243589"/>
              <a:gd name="connsiteY16" fmla="*/ 0 h 274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4243589" h="27432" fill="none" extrusionOk="0">
                <a:moveTo>
                  <a:pt x="0" y="0"/>
                </a:moveTo>
                <a:cubicBezTo>
                  <a:pt x="157351" y="-15653"/>
                  <a:pt x="378877" y="-5828"/>
                  <a:pt x="563791" y="0"/>
                </a:cubicBezTo>
                <a:cubicBezTo>
                  <a:pt x="748705" y="5828"/>
                  <a:pt x="905659" y="-5525"/>
                  <a:pt x="1042710" y="0"/>
                </a:cubicBezTo>
                <a:cubicBezTo>
                  <a:pt x="1179761" y="5525"/>
                  <a:pt x="1356845" y="-21288"/>
                  <a:pt x="1564066" y="0"/>
                </a:cubicBezTo>
                <a:cubicBezTo>
                  <a:pt x="1771287" y="21288"/>
                  <a:pt x="1912099" y="25135"/>
                  <a:pt x="2212729" y="0"/>
                </a:cubicBezTo>
                <a:cubicBezTo>
                  <a:pt x="2513359" y="-25135"/>
                  <a:pt x="2514918" y="-27119"/>
                  <a:pt x="2776520" y="0"/>
                </a:cubicBezTo>
                <a:cubicBezTo>
                  <a:pt x="3038122" y="27119"/>
                  <a:pt x="3178771" y="18116"/>
                  <a:pt x="3297875" y="0"/>
                </a:cubicBezTo>
                <a:cubicBezTo>
                  <a:pt x="3416980" y="-18116"/>
                  <a:pt x="4012240" y="-40869"/>
                  <a:pt x="4243589" y="0"/>
                </a:cubicBezTo>
                <a:cubicBezTo>
                  <a:pt x="4242616" y="8304"/>
                  <a:pt x="4243111" y="21512"/>
                  <a:pt x="4243589" y="27432"/>
                </a:cubicBezTo>
                <a:cubicBezTo>
                  <a:pt x="4112949" y="6289"/>
                  <a:pt x="3928037" y="10975"/>
                  <a:pt x="3637362" y="27432"/>
                </a:cubicBezTo>
                <a:cubicBezTo>
                  <a:pt x="3346687" y="43889"/>
                  <a:pt x="3254446" y="35813"/>
                  <a:pt x="3116007" y="27432"/>
                </a:cubicBezTo>
                <a:cubicBezTo>
                  <a:pt x="2977569" y="19051"/>
                  <a:pt x="2620228" y="38017"/>
                  <a:pt x="2424908" y="27432"/>
                </a:cubicBezTo>
                <a:cubicBezTo>
                  <a:pt x="2229588" y="16847"/>
                  <a:pt x="2088287" y="5290"/>
                  <a:pt x="1861117" y="27432"/>
                </a:cubicBezTo>
                <a:cubicBezTo>
                  <a:pt x="1633947" y="49574"/>
                  <a:pt x="1502447" y="8273"/>
                  <a:pt x="1382198" y="27432"/>
                </a:cubicBezTo>
                <a:cubicBezTo>
                  <a:pt x="1261949" y="46591"/>
                  <a:pt x="1045440" y="37497"/>
                  <a:pt x="733535" y="27432"/>
                </a:cubicBezTo>
                <a:cubicBezTo>
                  <a:pt x="421630" y="17367"/>
                  <a:pt x="341257" y="-9215"/>
                  <a:pt x="0" y="27432"/>
                </a:cubicBezTo>
                <a:cubicBezTo>
                  <a:pt x="-1048" y="14992"/>
                  <a:pt x="-1120" y="7447"/>
                  <a:pt x="0" y="0"/>
                </a:cubicBezTo>
                <a:close/>
              </a:path>
              <a:path w="4243589" h="27432" stroke="0" extrusionOk="0">
                <a:moveTo>
                  <a:pt x="0" y="0"/>
                </a:moveTo>
                <a:cubicBezTo>
                  <a:pt x="128164" y="17204"/>
                  <a:pt x="312653" y="1129"/>
                  <a:pt x="563791" y="0"/>
                </a:cubicBezTo>
                <a:cubicBezTo>
                  <a:pt x="814929" y="-1129"/>
                  <a:pt x="837271" y="8503"/>
                  <a:pt x="1042710" y="0"/>
                </a:cubicBezTo>
                <a:cubicBezTo>
                  <a:pt x="1248149" y="-8503"/>
                  <a:pt x="1588432" y="-28862"/>
                  <a:pt x="1733809" y="0"/>
                </a:cubicBezTo>
                <a:cubicBezTo>
                  <a:pt x="1879186" y="28862"/>
                  <a:pt x="2052815" y="5974"/>
                  <a:pt x="2297600" y="0"/>
                </a:cubicBezTo>
                <a:cubicBezTo>
                  <a:pt x="2542385" y="-5974"/>
                  <a:pt x="2699960" y="-23550"/>
                  <a:pt x="2861391" y="0"/>
                </a:cubicBezTo>
                <a:cubicBezTo>
                  <a:pt x="3022822" y="23550"/>
                  <a:pt x="3390411" y="25272"/>
                  <a:pt x="3552490" y="0"/>
                </a:cubicBezTo>
                <a:cubicBezTo>
                  <a:pt x="3714569" y="-25272"/>
                  <a:pt x="3950585" y="-31327"/>
                  <a:pt x="4243589" y="0"/>
                </a:cubicBezTo>
                <a:cubicBezTo>
                  <a:pt x="4244074" y="9333"/>
                  <a:pt x="4244867" y="19699"/>
                  <a:pt x="4243589" y="27432"/>
                </a:cubicBezTo>
                <a:cubicBezTo>
                  <a:pt x="4130424" y="7904"/>
                  <a:pt x="3932803" y="51393"/>
                  <a:pt x="3722234" y="27432"/>
                </a:cubicBezTo>
                <a:cubicBezTo>
                  <a:pt x="3511665" y="3471"/>
                  <a:pt x="3269903" y="55138"/>
                  <a:pt x="3116007" y="27432"/>
                </a:cubicBezTo>
                <a:cubicBezTo>
                  <a:pt x="2962111" y="-274"/>
                  <a:pt x="2744280" y="32368"/>
                  <a:pt x="2509780" y="27432"/>
                </a:cubicBezTo>
                <a:cubicBezTo>
                  <a:pt x="2275280" y="22496"/>
                  <a:pt x="2066059" y="52808"/>
                  <a:pt x="1945989" y="27432"/>
                </a:cubicBezTo>
                <a:cubicBezTo>
                  <a:pt x="1825919" y="2056"/>
                  <a:pt x="1407329" y="21760"/>
                  <a:pt x="1254890" y="27432"/>
                </a:cubicBezTo>
                <a:cubicBezTo>
                  <a:pt x="1102451" y="33104"/>
                  <a:pt x="837950" y="40817"/>
                  <a:pt x="563791" y="27432"/>
                </a:cubicBezTo>
                <a:cubicBezTo>
                  <a:pt x="289632" y="14047"/>
                  <a:pt x="132768" y="16249"/>
                  <a:pt x="0" y="27432"/>
                </a:cubicBezTo>
                <a:cubicBezTo>
                  <a:pt x="211" y="18145"/>
                  <a:pt x="120" y="6480"/>
                  <a:pt x="0" y="0"/>
                </a:cubicBezTo>
                <a:close/>
              </a:path>
            </a:pathLst>
          </a:custGeom>
          <a:solidFill>
            <a:schemeClr val="tx1"/>
          </a:solidFill>
          <a:ln w="38100" cap="rnd">
            <a:solidFill>
              <a:schemeClr val="tx1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 useBgFill="1">
        <p:nvSpPr>
          <p:cNvPr id="40" name="Rectangle 39">
            <a:extLst>
              <a:ext uri="{FF2B5EF4-FFF2-40B4-BE49-F238E27FC236}">
                <a16:creationId xmlns:a16="http://schemas.microsoft.com/office/drawing/2014/main" id="{678CC48C-9275-4EFA-9B84-8E818500B9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5" descr="A cartoon of a cat with a mustache and a pizza&#10;&#10;Description automatically generated">
            <a:extLst>
              <a:ext uri="{FF2B5EF4-FFF2-40B4-BE49-F238E27FC236}">
                <a16:creationId xmlns:a16="http://schemas.microsoft.com/office/drawing/2014/main" id="{045D2C98-95AA-6F0C-2018-4A3E5DFAAC1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-1" b="12428"/>
          <a:stretch/>
        </p:blipFill>
        <p:spPr>
          <a:xfrm>
            <a:off x="-1" y="-1"/>
            <a:ext cx="12188952" cy="6858000"/>
          </a:xfrm>
          <a:prstGeom prst="rect">
            <a:avLst/>
          </a:prstGeom>
        </p:spPr>
      </p:pic>
      <p:sp>
        <p:nvSpPr>
          <p:cNvPr id="41" name="Rectangle 40">
            <a:extLst>
              <a:ext uri="{FF2B5EF4-FFF2-40B4-BE49-F238E27FC236}">
                <a16:creationId xmlns:a16="http://schemas.microsoft.com/office/drawing/2014/main" id="{0A324144-E9CF-4B12-A53E-FAC0D281D8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3" y="4530071"/>
            <a:ext cx="12191999" cy="2327926"/>
          </a:xfrm>
          <a:prstGeom prst="rect">
            <a:avLst/>
          </a:prstGeom>
          <a:gradFill flip="none" rotWithShape="1">
            <a:gsLst>
              <a:gs pos="45000">
                <a:schemeClr val="tx1">
                  <a:alpha val="40000"/>
                </a:schemeClr>
              </a:gs>
              <a:gs pos="100000">
                <a:schemeClr val="tx1">
                  <a:alpha val="80000"/>
                </a:schemeClr>
              </a:gs>
              <a:gs pos="0">
                <a:schemeClr val="tx1">
                  <a:alpha val="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6A6AC56-6B6B-5E94-6D56-1DCFDD2B71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1604" y="4553712"/>
            <a:ext cx="10908792" cy="1069848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6000" dirty="0">
                <a:solidFill>
                  <a:schemeClr val="bg1"/>
                </a:solidFill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604229569"/>
      </p:ext>
    </p:extLst>
  </p:cSld>
  <p:clrMapOvr>
    <a:masterClrMapping/>
  </p:clrMapOvr>
</p:sld>
</file>

<file path=ppt/theme/theme1.xml><?xml version="1.0" encoding="utf-8"?>
<a:theme xmlns:a="http://schemas.openxmlformats.org/drawingml/2006/main" name="SketchyVTI">
  <a:themeElements>
    <a:clrScheme name="SketchyVTI">
      <a:dk1>
        <a:sysClr val="windowText" lastClr="000000"/>
      </a:dk1>
      <a:lt1>
        <a:sysClr val="window" lastClr="FFFFFF"/>
      </a:lt1>
      <a:dk2>
        <a:srgbClr val="39302A"/>
      </a:dk2>
      <a:lt2>
        <a:srgbClr val="E5DEDB"/>
      </a:lt2>
      <a:accent1>
        <a:srgbClr val="E4650E"/>
      </a:accent1>
      <a:accent2>
        <a:srgbClr val="00A5AB"/>
      </a:accent2>
      <a:accent3>
        <a:srgbClr val="09963B"/>
      </a:accent3>
      <a:accent4>
        <a:srgbClr val="E64823"/>
      </a:accent4>
      <a:accent5>
        <a:srgbClr val="9C6A6A"/>
      </a:accent5>
      <a:accent6>
        <a:srgbClr val="824F8C"/>
      </a:accent6>
      <a:hlink>
        <a:srgbClr val="2998E3"/>
      </a:hlink>
      <a:folHlink>
        <a:srgbClr val="7F723D"/>
      </a:folHlink>
    </a:clrScheme>
    <a:fontScheme name="Custom 2">
      <a:majorFont>
        <a:latin typeface="Modern Love"/>
        <a:ea typeface=""/>
        <a:cs typeface=""/>
      </a:majorFont>
      <a:minorFont>
        <a:latin typeface="The Hand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ketchyVTI" id="{A6D2C935-A6E4-4DD9-BCC5-5AE2504DB8EA}" vid="{F0754072-50B6-4C01-B911-67246C9F58D2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5538</TotalTime>
  <Words>123</Words>
  <Application>Microsoft Office PowerPoint</Application>
  <PresentationFormat>Widescreen</PresentationFormat>
  <Paragraphs>44</Paragraphs>
  <Slides>13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9" baseType="lpstr">
      <vt:lpstr>Aharoni</vt:lpstr>
      <vt:lpstr>Aptos</vt:lpstr>
      <vt:lpstr>Arial</vt:lpstr>
      <vt:lpstr>Modern Love</vt:lpstr>
      <vt:lpstr>The Hand</vt:lpstr>
      <vt:lpstr>SketchyVTI</vt:lpstr>
      <vt:lpstr>Pizzeria del Gatito </vt:lpstr>
      <vt:lpstr>The problem and our amazing perfect solution </vt:lpstr>
      <vt:lpstr>Table of contents</vt:lpstr>
      <vt:lpstr>Our roles</vt:lpstr>
      <vt:lpstr>Why our product?</vt:lpstr>
      <vt:lpstr>User Friendly Interface </vt:lpstr>
      <vt:lpstr>Well Documented </vt:lpstr>
      <vt:lpstr>System designed for wider audience </vt:lpstr>
      <vt:lpstr>Secure</vt:lpstr>
      <vt:lpstr>Designed to reduce Mario and Luigi’s workload </vt:lpstr>
      <vt:lpstr>Individual reflection</vt:lpstr>
      <vt:lpstr>Group reflection</vt:lpstr>
      <vt:lpstr>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Damian Mattheeuw</dc:creator>
  <cp:lastModifiedBy>Damian Mattheeuw</cp:lastModifiedBy>
  <cp:revision>4</cp:revision>
  <dcterms:created xsi:type="dcterms:W3CDTF">2024-11-03T16:58:18Z</dcterms:created>
  <dcterms:modified xsi:type="dcterms:W3CDTF">2024-11-07T13:18:00Z</dcterms:modified>
</cp:coreProperties>
</file>